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officedocument.obfuscatedFont" Extension="odttf"/>
  <Default ContentType="application/vnd.openxmlformats-package.relationships+xml" Extension="rels"/>
  <Override ContentType="application/vnd.openxmlformats-officedocument.presentationml.notesSlide+xml" PartName="/ppt/notesSlides/notesSlide5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41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5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42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51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43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56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61.xml"/>
  <Override ContentType="application/vnd.openxmlformats-officedocument.presentationml.notesSlide+xml" PartName="/ppt/notesSlides/notesSlide57.xml"/>
  <Override ContentType="application/vnd.openxmlformats-officedocument.presentationml.notesSlide+xml" PartName="/ppt/notesSlides/notesSlide44.xml"/>
  <Override ContentType="application/vnd.openxmlformats-officedocument.presentationml.notesSlide+xml" PartName="/ppt/notesSlides/notesSlide58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54.xml"/>
  <Override ContentType="application/vnd.openxmlformats-officedocument.presentationml.notesSlide+xml" PartName="/ppt/notesSlides/notesSlide45.xml"/>
  <Override ContentType="application/vnd.openxmlformats-officedocument.presentationml.notesSlide+xml" PartName="/ppt/notesSlides/notesSlide46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47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60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48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5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49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53.xml"/>
  <Override ContentType="application/vnd.openxmlformats-officedocument.presentationml.notesSlide+xml" PartName="/ppt/notesSlides/notesSlide40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2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43.xml"/>
  <Override ContentType="application/vnd.openxmlformats-officedocument.presentationml.slide+xml" PartName="/ppt/slides/slide35.xml"/>
  <Override ContentType="application/vnd.openxmlformats-officedocument.presentationml.slide+xml" PartName="/ppt/slides/slide60.xml"/>
  <Override ContentType="application/vnd.openxmlformats-officedocument.presentationml.slide+xml" PartName="/ppt/slides/slide52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5.xml"/>
  <Override ContentType="application/vnd.openxmlformats-officedocument.presentationml.slide+xml" PartName="/ppt/slides/slide17.xml"/>
  <Override ContentType="application/vnd.openxmlformats-officedocument.presentationml.slide+xml" PartName="/ppt/slides/slide42.xml"/>
  <Override ContentType="application/vnd.openxmlformats-officedocument.presentationml.slide+xml" PartName="/ppt/slides/slide25.xml"/>
  <Override ContentType="application/vnd.openxmlformats-officedocument.presentationml.slide+xml" PartName="/ppt/slides/slide50.xml"/>
  <Override ContentType="application/vnd.openxmlformats-officedocument.presentationml.slide+xml" PartName="/ppt/slides/slide34.xml"/>
  <Override ContentType="application/vnd.openxmlformats-officedocument.presentationml.slide+xml" PartName="/ppt/slides/slide33.xml"/>
  <Override ContentType="application/vnd.openxmlformats-officedocument.presentationml.slide+xml" PartName="/ppt/slides/slide51.xml"/>
  <Override ContentType="application/vnd.openxmlformats-officedocument.presentationml.slide+xml" PartName="/ppt/slides/slide16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7.xml"/>
  <Override ContentType="application/vnd.openxmlformats-officedocument.presentationml.slide+xml" PartName="/ppt/slides/slide41.xml"/>
  <Override ContentType="application/vnd.openxmlformats-officedocument.presentationml.slide+xml" PartName="/ppt/slides/slide7.xml"/>
  <Override ContentType="application/vnd.openxmlformats-officedocument.presentationml.slide+xml" PartName="/ppt/slides/slide54.xml"/>
  <Override ContentType="application/vnd.openxmlformats-officedocument.presentationml.slide+xml" PartName="/ppt/slides/slide36.xml"/>
  <Override ContentType="application/vnd.openxmlformats-officedocument.presentationml.slide+xml" PartName="/ppt/slides/slide23.xml"/>
  <Override ContentType="application/vnd.openxmlformats-officedocument.presentationml.slide+xml" PartName="/ppt/slides/slide49.xml"/>
  <Override ContentType="application/vnd.openxmlformats-officedocument.presentationml.slide+xml" PartName="/ppt/slides/slide10.xml"/>
  <Override ContentType="application/vnd.openxmlformats-officedocument.presentationml.slide+xml" PartName="/ppt/slides/slide6.xml"/>
  <Override ContentType="application/vnd.openxmlformats-officedocument.presentationml.slide+xml" PartName="/ppt/slides/slide53.xml"/>
  <Override ContentType="application/vnd.openxmlformats-officedocument.presentationml.slide+xml" PartName="/ppt/slides/slide40.xml"/>
  <Override ContentType="application/vnd.openxmlformats-officedocument.presentationml.slide+xml" PartName="/ppt/slides/slide4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9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6.xml"/>
  <Override ContentType="application/vnd.openxmlformats-officedocument.presentationml.slide+xml" PartName="/ppt/slides/slide12.xml"/>
  <Override ContentType="application/vnd.openxmlformats-officedocument.presentationml.slide+xml" PartName="/ppt/slides/slide47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8.xml"/>
  <Override ContentType="application/vnd.openxmlformats-officedocument.presentationml.slide+xml" PartName="/ppt/slides/slide46.xml"/>
  <Override ContentType="application/vnd.openxmlformats-officedocument.presentationml.slide+xml" PartName="/ppt/slides/slide8.xml"/>
  <Override ContentType="application/vnd.openxmlformats-officedocument.presentationml.slide+xml" PartName="/ppt/slides/slide55.xml"/>
  <Override ContentType="application/vnd.openxmlformats-officedocument.presentationml.slide+xml" PartName="/ppt/slides/slide29.xml"/>
  <Override ContentType="application/vnd.openxmlformats-officedocument.presentationml.slide+xml" PartName="/ppt/slides/slide59.xml"/>
  <Override ContentType="application/vnd.openxmlformats-officedocument.presentationml.slide+xml" PartName="/ppt/slides/slide32.xml"/>
  <Override ContentType="application/vnd.openxmlformats-officedocument.presentationml.slide+xml" PartName="/ppt/slides/slide1.xml"/>
  <Override ContentType="application/vnd.openxmlformats-officedocument.presentationml.slide+xml" PartName="/ppt/slides/slide58.xml"/>
  <Override ContentType="application/vnd.openxmlformats-officedocument.presentationml.slide+xml" PartName="/ppt/slides/slide45.xml"/>
  <Override ContentType="application/vnd.openxmlformats-officedocument.presentationml.slide+xml" PartName="/ppt/slides/slide28.xml"/>
  <Override ContentType="application/vnd.openxmlformats-officedocument.presentationml.slide+xml" PartName="/ppt/slides/slide15.xml"/>
  <Override ContentType="application/vnd.openxmlformats-officedocument.presentationml.slide+xml" PartName="/ppt/slides/slide61.xml"/>
  <Override ContentType="application/vnd.openxmlformats-officedocument.presentationml.slide+xml" PartName="/ppt/slides/slide31.xml"/>
  <Override ContentType="application/vnd.openxmlformats-officedocument.presentationml.slide+xml" PartName="/ppt/slides/slide27.xml"/>
  <Override ContentType="application/vnd.openxmlformats-officedocument.presentationml.slide+xml" PartName="/ppt/slides/slide57.xml"/>
  <Override ContentType="application/vnd.openxmlformats-officedocument.presentationml.slide+xml" PartName="/ppt/slides/slide2.xml"/>
  <Override ContentType="application/vnd.openxmlformats-officedocument.presentationml.slide+xml" PartName="/ppt/slides/slide44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  <Override ContentType="application/vnd.openxmlformats-officedocument.theme+xml" PartName="/ppt/theme/theme3.xml"/>
  <Override ContentType="application/vnd.openxmlformats-officedocument.presentationml.viewProps+xml" PartName="/ppt/viewProps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strictFirstAndLastChars="0" saveSubsetFonts="1" showSpecialPlsOnTitleSld="0">
  <p:sldMasterIdLst>
    <p:sldMasterId id="2147483660" r:id="rId5"/>
    <p:sldMasterId id="2147483661" r:id="rId6"/>
  </p:sldMasterIdLst>
  <p:notesMasterIdLst>
    <p:notesMasterId r:id="rId7"/>
  </p:notesMasterIdLst>
  <p:sldIdLst>
    <p:sldId id="256" r:id="rId8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  <p:sldId id="284" r:id="rId36"/>
    <p:sldId id="285" r:id="rId37"/>
    <p:sldId id="286" r:id="rId38"/>
    <p:sldId id="287" r:id="rId39"/>
    <p:sldId id="288" r:id="rId40"/>
    <p:sldId id="289" r:id="rId41"/>
    <p:sldId id="290" r:id="rId42"/>
    <p:sldId id="291" r:id="rId43"/>
    <p:sldId id="292" r:id="rId44"/>
    <p:sldId id="293" r:id="rId45"/>
    <p:sldId id="294" r:id="rId46"/>
    <p:sldId id="295" r:id="rId47"/>
    <p:sldId id="296" r:id="rId48"/>
    <p:sldId id="297" r:id="rId49"/>
    <p:sldId id="298" r:id="rId50"/>
    <p:sldId id="299" r:id="rId51"/>
    <p:sldId id="300" r:id="rId52"/>
    <p:sldId id="301" r:id="rId53"/>
    <p:sldId id="302" r:id="rId54"/>
    <p:sldId id="303" r:id="rId55"/>
    <p:sldId id="304" r:id="rId56"/>
    <p:sldId id="305" r:id="rId57"/>
    <p:sldId id="306" r:id="rId58"/>
    <p:sldId id="307" r:id="rId59"/>
    <p:sldId id="308" r:id="rId60"/>
    <p:sldId id="309" r:id="rId61"/>
    <p:sldId id="310" r:id="rId62"/>
    <p:sldId id="311" r:id="rId63"/>
    <p:sldId id="312" r:id="rId64"/>
    <p:sldId id="313" r:id="rId65"/>
    <p:sldId id="314" r:id="rId66"/>
    <p:sldId id="315" r:id="rId67"/>
    <p:sldId id="316" r:id="rId68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>
        <p15:guide id="1" orient="horz" pos="162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tableStyles.xml><?xml version="1.0" encoding="utf-8"?>
<a:tblStyleLst xmlns:a="http://schemas.openxmlformats.org/drawingml/2006/main" xmlns:r="http://schemas.openxmlformats.org/officeDocument/2006/relationships" def="{EEEC39EC-E8EC-47B3-9974-D8D9D21029F1}">
  <a:tblStyle styleId="{EEEC39EC-E8EC-47B3-9974-D8D9D21029F1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  <a:tblStyle styleId="{160AA683-9FE0-4D92-B74A-12C56E95FA36}" styleName="Table_1">
    <a:wholeTbl>
      <a:tcTxStyle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Comments="0">
  <p:slideViewPr>
    <p:cSldViewPr snapToGrid="0">
      <p:cViewPr varScale="1">
        <p:scale>
          <a:sx n="100" d="100"/>
          <a:sy n="100" d="100"/>
        </p:scale>
        <p:origin x="0" y="0"/>
      </p:cViewPr>
      <p:guideLst>
        <p:guide pos="1620" orient="horz"/>
        <p:guide pos="2880"/>
      </p:guideLst>
    </p:cSldViewPr>
  </p:slideViewPr>
</p:viewPr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3.xml"/><Relationship Id="rId42" Type="http://schemas.openxmlformats.org/officeDocument/2006/relationships/slide" Target="slides/slide35.xml"/><Relationship Id="rId41" Type="http://schemas.openxmlformats.org/officeDocument/2006/relationships/slide" Target="slides/slide34.xml"/><Relationship Id="rId44" Type="http://schemas.openxmlformats.org/officeDocument/2006/relationships/slide" Target="slides/slide37.xml"/><Relationship Id="rId43" Type="http://schemas.openxmlformats.org/officeDocument/2006/relationships/slide" Target="slides/slide36.xml"/><Relationship Id="rId46" Type="http://schemas.openxmlformats.org/officeDocument/2006/relationships/slide" Target="slides/slide39.xml"/><Relationship Id="rId45" Type="http://schemas.openxmlformats.org/officeDocument/2006/relationships/slide" Target="slides/slide38.xml"/><Relationship Id="rId1" Type="http://schemas.openxmlformats.org/officeDocument/2006/relationships/theme" Target="theme/theme1.xml"/><Relationship Id="rId2" Type="http://schemas.openxmlformats.org/officeDocument/2006/relationships/viewProps" Target="viewProps.xml"/><Relationship Id="rId3" Type="http://schemas.openxmlformats.org/officeDocument/2006/relationships/presProps" Target="presProps.xml"/><Relationship Id="rId4" Type="http://schemas.openxmlformats.org/officeDocument/2006/relationships/tableStyles" Target="tableStyles.xml"/><Relationship Id="rId9" Type="http://schemas.openxmlformats.org/officeDocument/2006/relationships/slide" Target="slides/slide2.xml"/><Relationship Id="rId48" Type="http://schemas.openxmlformats.org/officeDocument/2006/relationships/slide" Target="slides/slide41.xml"/><Relationship Id="rId47" Type="http://schemas.openxmlformats.org/officeDocument/2006/relationships/slide" Target="slides/slide40.xml"/><Relationship Id="rId49" Type="http://schemas.openxmlformats.org/officeDocument/2006/relationships/slide" Target="slides/slide42.xml"/><Relationship Id="rId5" Type="http://schemas.openxmlformats.org/officeDocument/2006/relationships/slideMaster" Target="slideMasters/slideMaster1.xml"/><Relationship Id="rId6" Type="http://schemas.openxmlformats.org/officeDocument/2006/relationships/slideMaster" Target="slideMasters/slideMaster2.xml"/><Relationship Id="rId7" Type="http://schemas.openxmlformats.org/officeDocument/2006/relationships/notesMaster" Target="notesMasters/notesMaster1.xml"/><Relationship Id="rId8" Type="http://schemas.openxmlformats.org/officeDocument/2006/relationships/slide" Target="slides/slide1.xml"/><Relationship Id="rId31" Type="http://schemas.openxmlformats.org/officeDocument/2006/relationships/slide" Target="slides/slide24.xml"/><Relationship Id="rId30" Type="http://schemas.openxmlformats.org/officeDocument/2006/relationships/slide" Target="slides/slide23.xml"/><Relationship Id="rId33" Type="http://schemas.openxmlformats.org/officeDocument/2006/relationships/slide" Target="slides/slide26.xml"/><Relationship Id="rId32" Type="http://schemas.openxmlformats.org/officeDocument/2006/relationships/slide" Target="slides/slide25.xml"/><Relationship Id="rId35" Type="http://schemas.openxmlformats.org/officeDocument/2006/relationships/slide" Target="slides/slide28.xml"/><Relationship Id="rId34" Type="http://schemas.openxmlformats.org/officeDocument/2006/relationships/slide" Target="slides/slide27.xml"/><Relationship Id="rId37" Type="http://schemas.openxmlformats.org/officeDocument/2006/relationships/slide" Target="slides/slide30.xml"/><Relationship Id="rId36" Type="http://schemas.openxmlformats.org/officeDocument/2006/relationships/slide" Target="slides/slide29.xml"/><Relationship Id="rId39" Type="http://schemas.openxmlformats.org/officeDocument/2006/relationships/slide" Target="slides/slide32.xml"/><Relationship Id="rId38" Type="http://schemas.openxmlformats.org/officeDocument/2006/relationships/slide" Target="slides/slide31.xml"/><Relationship Id="rId62" Type="http://schemas.openxmlformats.org/officeDocument/2006/relationships/slide" Target="slides/slide55.xml"/><Relationship Id="rId61" Type="http://schemas.openxmlformats.org/officeDocument/2006/relationships/slide" Target="slides/slide54.xml"/><Relationship Id="rId20" Type="http://schemas.openxmlformats.org/officeDocument/2006/relationships/slide" Target="slides/slide13.xml"/><Relationship Id="rId64" Type="http://schemas.openxmlformats.org/officeDocument/2006/relationships/slide" Target="slides/slide57.xml"/><Relationship Id="rId63" Type="http://schemas.openxmlformats.org/officeDocument/2006/relationships/slide" Target="slides/slide56.xml"/><Relationship Id="rId22" Type="http://schemas.openxmlformats.org/officeDocument/2006/relationships/slide" Target="slides/slide15.xml"/><Relationship Id="rId66" Type="http://schemas.openxmlformats.org/officeDocument/2006/relationships/slide" Target="slides/slide59.xml"/><Relationship Id="rId21" Type="http://schemas.openxmlformats.org/officeDocument/2006/relationships/slide" Target="slides/slide14.xml"/><Relationship Id="rId65" Type="http://schemas.openxmlformats.org/officeDocument/2006/relationships/slide" Target="slides/slide58.xml"/><Relationship Id="rId24" Type="http://schemas.openxmlformats.org/officeDocument/2006/relationships/slide" Target="slides/slide17.xml"/><Relationship Id="rId68" Type="http://schemas.openxmlformats.org/officeDocument/2006/relationships/slide" Target="slides/slide61.xml"/><Relationship Id="rId23" Type="http://schemas.openxmlformats.org/officeDocument/2006/relationships/slide" Target="slides/slide16.xml"/><Relationship Id="rId67" Type="http://schemas.openxmlformats.org/officeDocument/2006/relationships/slide" Target="slides/slide60.xml"/><Relationship Id="rId60" Type="http://schemas.openxmlformats.org/officeDocument/2006/relationships/slide" Target="slides/slide53.xml"/><Relationship Id="rId26" Type="http://schemas.openxmlformats.org/officeDocument/2006/relationships/slide" Target="slides/slide19.xml"/><Relationship Id="rId25" Type="http://schemas.openxmlformats.org/officeDocument/2006/relationships/slide" Target="slides/slide18.xml"/><Relationship Id="rId28" Type="http://schemas.openxmlformats.org/officeDocument/2006/relationships/slide" Target="slides/slide21.xml"/><Relationship Id="rId27" Type="http://schemas.openxmlformats.org/officeDocument/2006/relationships/slide" Target="slides/slide20.xml"/><Relationship Id="rId29" Type="http://schemas.openxmlformats.org/officeDocument/2006/relationships/slide" Target="slides/slide22.xml"/><Relationship Id="rId51" Type="http://schemas.openxmlformats.org/officeDocument/2006/relationships/slide" Target="slides/slide44.xml"/><Relationship Id="rId50" Type="http://schemas.openxmlformats.org/officeDocument/2006/relationships/slide" Target="slides/slide43.xml"/><Relationship Id="rId53" Type="http://schemas.openxmlformats.org/officeDocument/2006/relationships/slide" Target="slides/slide46.xml"/><Relationship Id="rId52" Type="http://schemas.openxmlformats.org/officeDocument/2006/relationships/slide" Target="slides/slide45.xml"/><Relationship Id="rId11" Type="http://schemas.openxmlformats.org/officeDocument/2006/relationships/slide" Target="slides/slide4.xml"/><Relationship Id="rId55" Type="http://schemas.openxmlformats.org/officeDocument/2006/relationships/slide" Target="slides/slide48.xml"/><Relationship Id="rId10" Type="http://schemas.openxmlformats.org/officeDocument/2006/relationships/slide" Target="slides/slide3.xml"/><Relationship Id="rId54" Type="http://schemas.openxmlformats.org/officeDocument/2006/relationships/slide" Target="slides/slide47.xml"/><Relationship Id="rId13" Type="http://schemas.openxmlformats.org/officeDocument/2006/relationships/slide" Target="slides/slide6.xml"/><Relationship Id="rId57" Type="http://schemas.openxmlformats.org/officeDocument/2006/relationships/slide" Target="slides/slide50.xml"/><Relationship Id="rId12" Type="http://schemas.openxmlformats.org/officeDocument/2006/relationships/slide" Target="slides/slide5.xml"/><Relationship Id="rId56" Type="http://schemas.openxmlformats.org/officeDocument/2006/relationships/slide" Target="slides/slide49.xml"/><Relationship Id="rId15" Type="http://schemas.openxmlformats.org/officeDocument/2006/relationships/slide" Target="slides/slide8.xml"/><Relationship Id="rId59" Type="http://schemas.openxmlformats.org/officeDocument/2006/relationships/slide" Target="slides/slide52.xml"/><Relationship Id="rId14" Type="http://schemas.openxmlformats.org/officeDocument/2006/relationships/slide" Target="slides/slide7.xml"/><Relationship Id="rId58" Type="http://schemas.openxmlformats.org/officeDocument/2006/relationships/slide" Target="slides/slide51.xml"/><Relationship Id="rId17" Type="http://schemas.openxmlformats.org/officeDocument/2006/relationships/slide" Target="slides/slide10.xml"/><Relationship Id="rId16" Type="http://schemas.openxmlformats.org/officeDocument/2006/relationships/slide" Target="slides/slide9.xml"/><Relationship Id="rId19" Type="http://schemas.openxmlformats.org/officeDocument/2006/relationships/slide" Target="slides/slide12.xml"/><Relationship Id="rId18" Type="http://schemas.openxmlformats.org/officeDocument/2006/relationships/slide" Target="slides/slide11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9" name="Shape 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" name="Google Shape;90;g2cd8a0f6d6d_0_12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1" name="Google Shape;91;g2cd8a0f6d6d_0_12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6" name="Google Shape;96;gf17014c61d_0_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7" name="Google Shape;97;gf17014c61d_0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g2ea7bceba60_0_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4" name="Google Shape;104;g2ea7bceba60_0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g22c3a52a549_0_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11" name="Google Shape;111;g22c3a52a549_0_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g3d4a472faaf_1_4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16" name="Google Shape;116;g3d4a472faaf_1_4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1" name="Shape 1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2" name="Google Shape;122;g22c3a52a549_0_3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23" name="Google Shape;123;g22c3a52a549_0_3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g22c3a52a549_0_25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30" name="Google Shape;130;g22c3a52a549_0_25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g22c3a52a549_0_5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37" name="Google Shape;137;g22c3a52a549_0_5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g1e2e277565b_0_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4" name="Google Shape;144;g1e2e277565b_0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g152a3f74d0d_0_2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51" name="Google Shape;151;g152a3f74d0d_0_2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4" name="Shape 1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5" name="Google Shape;155;g22c3a52a549_0_25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56" name="Google Shape;156;g22c3a52a549_0_25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1" name="Shape 1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2" name="Google Shape;162;g22c3a52a549_0_27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63" name="Google Shape;163;g22c3a52a549_0_27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8" name="Shape 1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9" name="Google Shape;169;g22c3a52a549_0_27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70" name="Google Shape;170;g22c3a52a549_0_27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g152a3f74d0d_0_6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77" name="Google Shape;177;g152a3f74d0d_0_6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g22c3a52a549_0_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84" name="Google Shape;184;g22c3a52a549_0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87" name="Shape 1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8" name="Google Shape;188;g152a3f74d0d_0_6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89" name="Google Shape;189;g152a3f74d0d_0_6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95" name="Shape 1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6" name="Google Shape;196;g22c3a52a549_0_28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97" name="Google Shape;197;g22c3a52a549_0_28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2" name="Shape 2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3" name="Google Shape;203;g152a3f74d0d_0_7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04" name="Google Shape;204;g152a3f74d0d_0_7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g22c56dd9f66_0_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12" name="Google Shape;212;g22c56dd9f66_0_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g22c3a52a549_0_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19" name="Google Shape;219;g22c3a52a549_0_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g22c3a52a549_0_6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24" name="Google Shape;224;g22c3a52a549_0_6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29" name="Shape 2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0" name="Google Shape;230;g22c3a52a549_0_6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31" name="Google Shape;231;g22c3a52a549_0_6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g22c3a52a549_0_7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38" name="Google Shape;238;g22c3a52a549_0_7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g22c3a52a549_0_7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45" name="Google Shape;245;g22c3a52a549_0_7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g22c3a52a549_0_8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52" name="Google Shape;252;g22c3a52a549_0_8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g22c3a52a549_0_9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59" name="Google Shape;259;g22c3a52a549_0_9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64" name="Shape 2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5" name="Google Shape;265;g22c56dd9f66_0_1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66" name="Google Shape;266;g22c56dd9f66_0_1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71" name="Shape 2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2" name="Google Shape;272;g22c3a52a549_0_10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73" name="Google Shape;273;g22c3a52a549_0_10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79" name="Shape 2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0" name="Google Shape;280;g22c3a52a549_0_1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81" name="Google Shape;281;g22c3a52a549_0_1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g22c3a52a549_0_13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86" name="Google Shape;286;g22c3a52a549_0_13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91" name="Shape 2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2" name="Google Shape;292;g22c3a52a549_0_13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93" name="Google Shape;293;g22c3a52a549_0_13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98" name="Shape 2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9" name="Google Shape;299;g22c3a52a549_0_14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00" name="Google Shape;300;g22c3a52a549_0_14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04" name="Shape 3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5" name="Google Shape;305;g22c3a52a549_0_1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06" name="Google Shape;306;g22c3a52a549_0_1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11" name="Shape 3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2" name="Google Shape;312;g22c3a52a549_0_11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13" name="Google Shape;313;g22c3a52a549_0_11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g22c3a52a549_0_12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20" name="Google Shape;320;g22c3a52a549_0_12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26" name="Shape 3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7" name="Google Shape;327;g22c3a52a549_0_19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28" name="Google Shape;328;g22c3a52a549_0_19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32" name="Shape 3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3" name="Google Shape;333;g39f22ec5a7f_0_3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34" name="Google Shape;334;g39f22ec5a7f_0_3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39" name="Shape 3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0" name="Google Shape;340;g152a3f74d0d_0_3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41" name="Google Shape;341;g152a3f74d0d_0_3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46" name="Shape 3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7" name="Google Shape;347;g22c3a52a549_0_2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48" name="Google Shape;348;g22c3a52a549_0_2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51" name="Shape 3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2" name="Google Shape;352;g22c3a52a549_0_15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53" name="Google Shape;353;g22c3a52a549_0_15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59" name="Shape 3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0" name="Google Shape;360;g22c3a52a549_0_15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61" name="Google Shape;361;g22c3a52a549_0_15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67" name="Shape 3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8" name="Google Shape;368;g22c3a52a549_0_16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69" name="Google Shape;369;g22c3a52a549_0_16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75" name="Shape 3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6" name="Google Shape;376;g3b15bf7228c_0_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77" name="Google Shape;377;g3b15bf7228c_0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82" name="Shape 3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3" name="Google Shape;383;g2ad5dfb57f5_0_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84" name="Google Shape;384;g2ad5dfb57f5_0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90" name="Shape 3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1" name="Google Shape;391;g3b09cc5edf3_1_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92" name="Google Shape;392;g3b09cc5edf3_1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98" name="Shape 3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9" name="Google Shape;399;g22c3a52a549_0_17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00" name="Google Shape;400;g22c3a52a549_0_17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05" name="Shape 40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6" name="Google Shape;406;g22c3a52a549_0_17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07" name="Google Shape;407;g22c3a52a549_0_17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14" name="Shape 4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5" name="Google Shape;415;g22c3a52a549_0_18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16" name="Google Shape;416;g22c3a52a549_0_18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21" name="Shape 4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2" name="Google Shape;422;g39f22ec5a7f_0_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23" name="Google Shape;423;g39f22ec5a7f_0_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26" name="Shape 4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7" name="Google Shape;427;g39f22ec5a7f_0_1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28" name="Google Shape;428;g39f22ec5a7f_0_1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33" name="Shape 4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4" name="Google Shape;434;g39f22ec5a7f_0_2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35" name="Google Shape;435;g39f22ec5a7f_0_2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38" name="Shape 4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9" name="Google Shape;439;g39f22ec5a7f_0_2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40" name="Google Shape;440;g39f22ec5a7f_0_2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45" name="Shape 4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6" name="Google Shape;446;g22c3a52a549_0_24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47" name="Google Shape;447;g22c3a52a549_0_24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50" name="Shape 4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1" name="Google Shape;451;g152a3f74d0d_0_2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52" name="Google Shape;452;g152a3f74d0d_0_2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57" name="Shape 4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8" name="Google Shape;458;g22c56dd9f66_0_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59" name="Google Shape;459;g22c56dd9f66_0_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65" name="Shape 4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6" name="Google Shape;466;g22c3a52a549_0_2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67" name="Google Shape;467;g22c3a52a549_0_2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70" name="Shape 4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1" name="Google Shape;471;g152a3f74d0d_0_4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72" name="Google Shape;472;g152a3f74d0d_0_4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79" name="Shape 4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0" name="Google Shape;480;g22c56dd9f66_0_2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81" name="Google Shape;481;g22c56dd9f66_0_2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86" name="Shape 4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7" name="Google Shape;487;g22c56dd9f66_0_3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88" name="Google Shape;488;g22c56dd9f66_0_3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93" name="Shape 4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4" name="Google Shape;494;g239869f5abc_0_3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95" name="Google Shape;495;g239869f5abc_0_3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99" name="Shape 4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0" name="Google Shape;500;g239869f5abc_0_4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01" name="Google Shape;501;g239869f5abc_0_4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hyperlink" Target="https://oss.cs.fau.de" TargetMode="Externa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hyperlink" Target="https://oss.cs.fau.de" TargetMode="Externa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hyperlink" Target="https://oss.cs.fau.de" TargetMode="Externa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hyperlink" Target="https://uni1.de/amos" TargetMode="Externa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hyperlink" Target="https://uni1.de/amos" TargetMode="Externa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hyperlink" Target="https://uni1.de/amos" TargetMode="Externa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0" y="0"/>
            <a:ext cx="9144000" cy="2388900"/>
          </a:xfrm>
          <a:prstGeom prst="rect">
            <a:avLst/>
          </a:prstGeom>
          <a:noFill/>
        </p:spPr>
        <p:txBody>
          <a:bodyPr anchorCtr="0" anchor="b" bIns="274300" lIns="91425" spcFirstLastPara="1" rIns="91425" wrap="square" tIns="91425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200"/>
              <a:buNone/>
              <a:defRPr sz="4200">
                <a:solidFill>
                  <a:schemeClr val="dk1"/>
                </a:solidFill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0" y="2569475"/>
            <a:ext cx="9144000" cy="2574000"/>
          </a:xfrm>
          <a:prstGeom prst="rect">
            <a:avLst/>
          </a:prstGeom>
        </p:spPr>
        <p:txBody>
          <a:bodyPr anchorCtr="0" anchor="t" bIns="91425" lIns="91425" spcFirstLastPara="1" rIns="91425" wrap="square" tIns="274300">
            <a:noAutofit/>
          </a:bodyPr>
          <a:lstStyle>
            <a:lvl1pPr lv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1pPr>
            <a:lvl2pPr lvl="1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  <a:defRPr sz="3200"/>
            </a:lvl2pPr>
            <a:lvl3pPr lvl="2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  <a:defRPr sz="3200"/>
            </a:lvl3pPr>
            <a:lvl4pPr lvl="3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  <a:defRPr sz="3200"/>
            </a:lvl4pPr>
            <a:lvl5pPr lvl="4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  <a:defRPr sz="3200"/>
            </a:lvl5pPr>
            <a:lvl6pPr lvl="5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  <a:defRPr sz="3200"/>
            </a:lvl6pPr>
            <a:lvl7pPr lvl="6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  <a:defRPr sz="3200"/>
            </a:lvl7pPr>
            <a:lvl8pPr lvl="7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  <a:defRPr sz="3200"/>
            </a:lvl8pPr>
            <a:lvl9pPr lvl="8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  <a:defRPr sz="3200"/>
            </a:lvl9pPr>
          </a:lstStyle>
          <a:p/>
        </p:txBody>
      </p:sp>
      <p:grpSp>
        <p:nvGrpSpPr>
          <p:cNvPr id="12" name="Google Shape;12;p2"/>
          <p:cNvGrpSpPr/>
          <p:nvPr/>
        </p:nvGrpSpPr>
        <p:grpSpPr>
          <a:xfrm>
            <a:off x="0" y="2388810"/>
            <a:ext cx="9144000" cy="183000"/>
            <a:chOff x="0" y="2388810"/>
            <a:chExt cx="9144000" cy="183000"/>
          </a:xfrm>
        </p:grpSpPr>
        <p:sp>
          <p:nvSpPr>
            <p:cNvPr id="13" name="Google Shape;13;p2"/>
            <p:cNvSpPr/>
            <p:nvPr/>
          </p:nvSpPr>
          <p:spPr>
            <a:xfrm>
              <a:off x="0" y="2388810"/>
              <a:ext cx="914400" cy="18300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4" name="Google Shape;14;p2"/>
            <p:cNvSpPr/>
            <p:nvPr/>
          </p:nvSpPr>
          <p:spPr>
            <a:xfrm>
              <a:off x="914400" y="2388810"/>
              <a:ext cx="1828800" cy="183000"/>
            </a:xfrm>
            <a:prstGeom prst="rect">
              <a:avLst/>
            </a:prstGeom>
            <a:solidFill>
              <a:schemeClr val="accent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5" name="Google Shape;15;p2"/>
            <p:cNvSpPr/>
            <p:nvPr/>
          </p:nvSpPr>
          <p:spPr>
            <a:xfrm>
              <a:off x="2743200" y="2388810"/>
              <a:ext cx="6400800" cy="183000"/>
            </a:xfrm>
            <a:prstGeom prst="rect">
              <a:avLst/>
            </a:pr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3"/>
          <p:cNvSpPr txBox="1"/>
          <p:nvPr>
            <p:ph type="title"/>
          </p:nvPr>
        </p:nvSpPr>
        <p:spPr>
          <a:xfrm>
            <a:off x="0" y="-7"/>
            <a:ext cx="9144000" cy="2386500"/>
          </a:xfrm>
          <a:prstGeom prst="rect">
            <a:avLst/>
          </a:prstGeom>
        </p:spPr>
        <p:txBody>
          <a:bodyPr anchorCtr="0" anchor="b" bIns="274300" lIns="91425" spcFirstLastPara="1" rIns="91425" wrap="square" tIns="91425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grpSp>
        <p:nvGrpSpPr>
          <p:cNvPr id="18" name="Google Shape;18;p3"/>
          <p:cNvGrpSpPr/>
          <p:nvPr/>
        </p:nvGrpSpPr>
        <p:grpSpPr>
          <a:xfrm>
            <a:off x="0" y="2432304"/>
            <a:ext cx="9144000" cy="91500"/>
            <a:chOff x="0" y="2386584"/>
            <a:chExt cx="9144000" cy="91500"/>
          </a:xfrm>
        </p:grpSpPr>
        <p:sp>
          <p:nvSpPr>
            <p:cNvPr id="19" name="Google Shape;19;p3"/>
            <p:cNvSpPr/>
            <p:nvPr/>
          </p:nvSpPr>
          <p:spPr>
            <a:xfrm>
              <a:off x="0" y="2386584"/>
              <a:ext cx="914400" cy="9150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0" name="Google Shape;20;p3"/>
            <p:cNvSpPr/>
            <p:nvPr/>
          </p:nvSpPr>
          <p:spPr>
            <a:xfrm>
              <a:off x="914400" y="2386584"/>
              <a:ext cx="1828800" cy="91500"/>
            </a:xfrm>
            <a:prstGeom prst="rect">
              <a:avLst/>
            </a:prstGeom>
            <a:solidFill>
              <a:schemeClr val="accent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1" name="Google Shape;21;p3"/>
            <p:cNvSpPr/>
            <p:nvPr/>
          </p:nvSpPr>
          <p:spPr>
            <a:xfrm>
              <a:off x="2743200" y="2386584"/>
              <a:ext cx="6400800" cy="91500"/>
            </a:xfrm>
            <a:prstGeom prst="rect">
              <a:avLst/>
            </a:pr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body" type="tx">
  <p:cSld name="TITLE_AND_BODY">
    <p:spTree>
      <p:nvGrpSpPr>
        <p:cNvPr id="22" name="Shape 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Google Shape;23;p4"/>
          <p:cNvSpPr txBox="1"/>
          <p:nvPr>
            <p:ph type="title"/>
          </p:nvPr>
        </p:nvSpPr>
        <p:spPr>
          <a:xfrm>
            <a:off x="0" y="0"/>
            <a:ext cx="9144000" cy="685800"/>
          </a:xfrm>
          <a:prstGeom prst="rect">
            <a:avLst/>
          </a:prstGeom>
        </p:spPr>
        <p:txBody>
          <a:bodyPr anchorCtr="0" anchor="ctr" bIns="91425" lIns="274300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4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4" name="Google Shape;24;p4"/>
          <p:cNvSpPr txBox="1"/>
          <p:nvPr>
            <p:ph idx="1" type="body"/>
          </p:nvPr>
        </p:nvSpPr>
        <p:spPr>
          <a:xfrm>
            <a:off x="274320" y="914400"/>
            <a:ext cx="8595300" cy="41148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>
            <a:lvl1pPr indent="-342900" lvl="0" marL="4572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25" name="Google Shape;25;p4"/>
          <p:cNvSpPr txBox="1"/>
          <p:nvPr>
            <p:ph idx="12" type="sldNum"/>
          </p:nvPr>
        </p:nvSpPr>
        <p:spPr>
          <a:xfrm>
            <a:off x="7315202" y="4416550"/>
            <a:ext cx="1828800" cy="7314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>
            <a:lvl1pPr lvl="0" rtl="0">
              <a:buNone/>
              <a:defRPr>
                <a:solidFill>
                  <a:schemeClr val="dk1"/>
                </a:solidFill>
              </a:defRPr>
            </a:lvl1pPr>
            <a:lvl2pPr lvl="1" rtl="0">
              <a:buNone/>
              <a:defRPr>
                <a:solidFill>
                  <a:schemeClr val="dk1"/>
                </a:solidFill>
              </a:defRPr>
            </a:lvl2pPr>
            <a:lvl3pPr lvl="2" rtl="0">
              <a:buNone/>
              <a:defRPr>
                <a:solidFill>
                  <a:schemeClr val="dk1"/>
                </a:solidFill>
              </a:defRPr>
            </a:lvl3pPr>
            <a:lvl4pPr lvl="3" rtl="0">
              <a:buNone/>
              <a:defRPr>
                <a:solidFill>
                  <a:schemeClr val="dk1"/>
                </a:solidFill>
              </a:defRPr>
            </a:lvl4pPr>
            <a:lvl5pPr lvl="4" rtl="0">
              <a:buNone/>
              <a:defRPr>
                <a:solidFill>
                  <a:schemeClr val="dk1"/>
                </a:solidFill>
              </a:defRPr>
            </a:lvl5pPr>
            <a:lvl6pPr lvl="5" rtl="0">
              <a:buNone/>
              <a:defRPr>
                <a:solidFill>
                  <a:schemeClr val="dk1"/>
                </a:solidFill>
              </a:defRPr>
            </a:lvl6pPr>
            <a:lvl7pPr lvl="6" rtl="0">
              <a:buNone/>
              <a:defRPr>
                <a:solidFill>
                  <a:schemeClr val="dk1"/>
                </a:solidFill>
              </a:defRPr>
            </a:lvl7pPr>
            <a:lvl8pPr lvl="7" rtl="0">
              <a:buNone/>
              <a:defRPr>
                <a:solidFill>
                  <a:schemeClr val="dk1"/>
                </a:solidFill>
              </a:defRPr>
            </a:lvl8pPr>
            <a:lvl9pPr lvl="8" rtl="0">
              <a:buNone/>
              <a:defRPr>
                <a:solidFill>
                  <a:schemeClr val="dk1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en" sz="900" u="sng">
                <a:solidFill>
                  <a:schemeClr val="hlink"/>
                </a:solidFill>
                <a:hlinkClick r:id="rId2"/>
              </a:rPr>
              <a:t>https://oss.cs.fau.de</a:t>
            </a:r>
            <a:r>
              <a:rPr b="0" lang="en" sz="900">
                <a:solidFill>
                  <a:schemeClr val="dk2"/>
                </a:solidFill>
              </a:rPr>
              <a:t> </a:t>
            </a:r>
            <a:endParaRPr b="0" sz="900">
              <a:solidFill>
                <a:schemeClr val="dk2"/>
              </a:solidFill>
            </a:endParaRPr>
          </a:p>
        </p:txBody>
      </p:sp>
      <p:grpSp>
        <p:nvGrpSpPr>
          <p:cNvPr id="26" name="Google Shape;26;p4"/>
          <p:cNvGrpSpPr/>
          <p:nvPr/>
        </p:nvGrpSpPr>
        <p:grpSpPr>
          <a:xfrm>
            <a:off x="0" y="685800"/>
            <a:ext cx="9144000" cy="91500"/>
            <a:chOff x="0" y="2386584"/>
            <a:chExt cx="9144000" cy="91500"/>
          </a:xfrm>
        </p:grpSpPr>
        <p:sp>
          <p:nvSpPr>
            <p:cNvPr id="27" name="Google Shape;27;p4"/>
            <p:cNvSpPr/>
            <p:nvPr/>
          </p:nvSpPr>
          <p:spPr>
            <a:xfrm>
              <a:off x="0" y="2386584"/>
              <a:ext cx="914400" cy="9150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8" name="Google Shape;28;p4"/>
            <p:cNvSpPr/>
            <p:nvPr/>
          </p:nvSpPr>
          <p:spPr>
            <a:xfrm>
              <a:off x="914400" y="2386584"/>
              <a:ext cx="1828800" cy="91500"/>
            </a:xfrm>
            <a:prstGeom prst="rect">
              <a:avLst/>
            </a:prstGeom>
            <a:solidFill>
              <a:schemeClr val="accent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9" name="Google Shape;29;p4"/>
            <p:cNvSpPr/>
            <p:nvPr/>
          </p:nvSpPr>
          <p:spPr>
            <a:xfrm>
              <a:off x="2743200" y="2386584"/>
              <a:ext cx="6400800" cy="91500"/>
            </a:xfrm>
            <a:prstGeom prst="rect">
              <a:avLst/>
            </a:pr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" type="twoColTx">
  <p:cSld name="TITLE_AND_TWO_COLUMNS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5"/>
          <p:cNvSpPr txBox="1"/>
          <p:nvPr>
            <p:ph type="title"/>
          </p:nvPr>
        </p:nvSpPr>
        <p:spPr>
          <a:xfrm>
            <a:off x="0" y="0"/>
            <a:ext cx="9144000" cy="685800"/>
          </a:xfrm>
          <a:prstGeom prst="rect">
            <a:avLst/>
          </a:prstGeom>
          <a:ln>
            <a:noFill/>
          </a:ln>
        </p:spPr>
        <p:txBody>
          <a:bodyPr anchorCtr="0" anchor="ctr" bIns="0" lIns="274300" spcFirstLastPara="1" rIns="0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4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32" name="Google Shape;32;p5"/>
          <p:cNvSpPr txBox="1"/>
          <p:nvPr>
            <p:ph idx="1" type="body"/>
          </p:nvPr>
        </p:nvSpPr>
        <p:spPr>
          <a:xfrm>
            <a:off x="274320" y="914400"/>
            <a:ext cx="4114800" cy="4114800"/>
          </a:xfrm>
          <a:prstGeom prst="rect">
            <a:avLst/>
          </a:prstGeom>
        </p:spPr>
        <p:txBody>
          <a:bodyPr anchorCtr="0" anchor="t" bIns="91425" lIns="0" spcFirstLastPara="1" rIns="91425" wrap="square" tIns="0">
            <a:noAutofit/>
          </a:bodyPr>
          <a:lstStyle>
            <a:lvl1pPr indent="-342900" lvl="0" marL="4572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33" name="Google Shape;33;p5"/>
          <p:cNvSpPr txBox="1"/>
          <p:nvPr>
            <p:ph idx="2" type="body"/>
          </p:nvPr>
        </p:nvSpPr>
        <p:spPr>
          <a:xfrm>
            <a:off x="4846320" y="914400"/>
            <a:ext cx="4114800" cy="41148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>
            <a:lvl1pPr indent="-342900" lvl="0" marL="4572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34" name="Google Shape;34;p5"/>
          <p:cNvSpPr txBox="1"/>
          <p:nvPr>
            <p:ph idx="12" type="sldNum"/>
          </p:nvPr>
        </p:nvSpPr>
        <p:spPr>
          <a:xfrm>
            <a:off x="7315202" y="4416550"/>
            <a:ext cx="1828800" cy="7314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>
            <a:lvl1pPr lvl="0">
              <a:buNone/>
              <a:defRPr>
                <a:solidFill>
                  <a:schemeClr val="dk1"/>
                </a:solidFill>
              </a:defRPr>
            </a:lvl1pPr>
            <a:lvl2pPr lvl="1">
              <a:buNone/>
              <a:defRPr>
                <a:solidFill>
                  <a:schemeClr val="dk1"/>
                </a:solidFill>
              </a:defRPr>
            </a:lvl2pPr>
            <a:lvl3pPr lvl="2">
              <a:buNone/>
              <a:defRPr>
                <a:solidFill>
                  <a:schemeClr val="dk1"/>
                </a:solidFill>
              </a:defRPr>
            </a:lvl3pPr>
            <a:lvl4pPr lvl="3">
              <a:buNone/>
              <a:defRPr>
                <a:solidFill>
                  <a:schemeClr val="dk1"/>
                </a:solidFill>
              </a:defRPr>
            </a:lvl4pPr>
            <a:lvl5pPr lvl="4">
              <a:buNone/>
              <a:defRPr>
                <a:solidFill>
                  <a:schemeClr val="dk1"/>
                </a:solidFill>
              </a:defRPr>
            </a:lvl5pPr>
            <a:lvl6pPr lvl="5">
              <a:buNone/>
              <a:defRPr>
                <a:solidFill>
                  <a:schemeClr val="dk1"/>
                </a:solidFill>
              </a:defRPr>
            </a:lvl6pPr>
            <a:lvl7pPr lvl="6">
              <a:buNone/>
              <a:defRPr>
                <a:solidFill>
                  <a:schemeClr val="dk1"/>
                </a:solidFill>
              </a:defRPr>
            </a:lvl7pPr>
            <a:lvl8pPr lvl="7">
              <a:buNone/>
              <a:defRPr>
                <a:solidFill>
                  <a:schemeClr val="dk1"/>
                </a:solidFill>
              </a:defRPr>
            </a:lvl8pPr>
            <a:lvl9pPr lvl="8">
              <a:buNone/>
              <a:defRPr>
                <a:solidFill>
                  <a:schemeClr val="dk1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b="0" lang="en" sz="900" u="sng">
                <a:solidFill>
                  <a:schemeClr val="hlink"/>
                </a:solidFill>
                <a:hlinkClick r:id="rId2"/>
              </a:rPr>
              <a:t>https://oss.cs.fau.de</a:t>
            </a:r>
            <a:endParaRPr>
              <a:solidFill>
                <a:schemeClr val="dk2"/>
              </a:solidFill>
            </a:endParaRPr>
          </a:p>
        </p:txBody>
      </p:sp>
      <p:grpSp>
        <p:nvGrpSpPr>
          <p:cNvPr id="35" name="Google Shape;35;p5"/>
          <p:cNvGrpSpPr/>
          <p:nvPr/>
        </p:nvGrpSpPr>
        <p:grpSpPr>
          <a:xfrm>
            <a:off x="0" y="685800"/>
            <a:ext cx="9144000" cy="91500"/>
            <a:chOff x="0" y="2386584"/>
            <a:chExt cx="9144000" cy="91500"/>
          </a:xfrm>
        </p:grpSpPr>
        <p:sp>
          <p:nvSpPr>
            <p:cNvPr id="36" name="Google Shape;36;p5"/>
            <p:cNvSpPr/>
            <p:nvPr/>
          </p:nvSpPr>
          <p:spPr>
            <a:xfrm>
              <a:off x="0" y="2386584"/>
              <a:ext cx="914400" cy="9150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7" name="Google Shape;37;p5"/>
            <p:cNvSpPr/>
            <p:nvPr/>
          </p:nvSpPr>
          <p:spPr>
            <a:xfrm>
              <a:off x="914400" y="2386584"/>
              <a:ext cx="1828800" cy="91500"/>
            </a:xfrm>
            <a:prstGeom prst="rect">
              <a:avLst/>
            </a:prstGeom>
            <a:solidFill>
              <a:schemeClr val="accent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8" name="Google Shape;38;p5"/>
            <p:cNvSpPr/>
            <p:nvPr/>
          </p:nvSpPr>
          <p:spPr>
            <a:xfrm>
              <a:off x="2743200" y="2386584"/>
              <a:ext cx="6400800" cy="91500"/>
            </a:xfrm>
            <a:prstGeom prst="rect">
              <a:avLst/>
            </a:pr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39" name="Shape 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" name="Google Shape;40;p6"/>
          <p:cNvSpPr txBox="1"/>
          <p:nvPr>
            <p:ph type="title"/>
          </p:nvPr>
        </p:nvSpPr>
        <p:spPr>
          <a:xfrm>
            <a:off x="0" y="0"/>
            <a:ext cx="9144000" cy="685800"/>
          </a:xfrm>
          <a:prstGeom prst="rect">
            <a:avLst/>
          </a:prstGeom>
        </p:spPr>
        <p:txBody>
          <a:bodyPr anchorCtr="0" anchor="ctr" bIns="0" lIns="274300" spcFirstLastPara="1" rIns="0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4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41" name="Google Shape;41;p6"/>
          <p:cNvSpPr txBox="1"/>
          <p:nvPr>
            <p:ph idx="12" type="sldNum"/>
          </p:nvPr>
        </p:nvSpPr>
        <p:spPr>
          <a:xfrm>
            <a:off x="7315202" y="4416550"/>
            <a:ext cx="1828800" cy="7314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>
            <a:lvl1pPr lvl="0">
              <a:buNone/>
              <a:defRPr>
                <a:solidFill>
                  <a:schemeClr val="dk1"/>
                </a:solidFill>
              </a:defRPr>
            </a:lvl1pPr>
            <a:lvl2pPr lvl="1">
              <a:buNone/>
              <a:defRPr>
                <a:solidFill>
                  <a:schemeClr val="dk1"/>
                </a:solidFill>
              </a:defRPr>
            </a:lvl2pPr>
            <a:lvl3pPr lvl="2">
              <a:buNone/>
              <a:defRPr>
                <a:solidFill>
                  <a:schemeClr val="dk1"/>
                </a:solidFill>
              </a:defRPr>
            </a:lvl3pPr>
            <a:lvl4pPr lvl="3">
              <a:buNone/>
              <a:defRPr>
                <a:solidFill>
                  <a:schemeClr val="dk1"/>
                </a:solidFill>
              </a:defRPr>
            </a:lvl4pPr>
            <a:lvl5pPr lvl="4">
              <a:buNone/>
              <a:defRPr>
                <a:solidFill>
                  <a:schemeClr val="dk1"/>
                </a:solidFill>
              </a:defRPr>
            </a:lvl5pPr>
            <a:lvl6pPr lvl="5">
              <a:buNone/>
              <a:defRPr>
                <a:solidFill>
                  <a:schemeClr val="dk1"/>
                </a:solidFill>
              </a:defRPr>
            </a:lvl6pPr>
            <a:lvl7pPr lvl="6">
              <a:buNone/>
              <a:defRPr>
                <a:solidFill>
                  <a:schemeClr val="dk1"/>
                </a:solidFill>
              </a:defRPr>
            </a:lvl7pPr>
            <a:lvl8pPr lvl="7">
              <a:buNone/>
              <a:defRPr>
                <a:solidFill>
                  <a:schemeClr val="dk1"/>
                </a:solidFill>
              </a:defRPr>
            </a:lvl8pPr>
            <a:lvl9pPr lvl="8">
              <a:buNone/>
              <a:defRPr>
                <a:solidFill>
                  <a:schemeClr val="dk1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en" sz="900" u="sng">
                <a:solidFill>
                  <a:schemeClr val="hlink"/>
                </a:solidFill>
                <a:hlinkClick r:id="rId2"/>
              </a:rPr>
              <a:t>https://oss.cs.fau.de</a:t>
            </a:r>
            <a:r>
              <a:rPr b="0" lang="en" sz="900">
                <a:solidFill>
                  <a:schemeClr val="dk2"/>
                </a:solidFill>
              </a:rPr>
              <a:t> </a:t>
            </a:r>
            <a:endParaRPr>
              <a:solidFill>
                <a:schemeClr val="dk2"/>
              </a:solidFill>
            </a:endParaRPr>
          </a:p>
        </p:txBody>
      </p:sp>
      <p:grpSp>
        <p:nvGrpSpPr>
          <p:cNvPr id="42" name="Google Shape;42;p6"/>
          <p:cNvGrpSpPr/>
          <p:nvPr/>
        </p:nvGrpSpPr>
        <p:grpSpPr>
          <a:xfrm>
            <a:off x="0" y="685800"/>
            <a:ext cx="9144000" cy="91500"/>
            <a:chOff x="0" y="2386584"/>
            <a:chExt cx="9144000" cy="91500"/>
          </a:xfrm>
        </p:grpSpPr>
        <p:sp>
          <p:nvSpPr>
            <p:cNvPr id="43" name="Google Shape;43;p6"/>
            <p:cNvSpPr/>
            <p:nvPr/>
          </p:nvSpPr>
          <p:spPr>
            <a:xfrm>
              <a:off x="0" y="2386584"/>
              <a:ext cx="914400" cy="9150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4" name="Google Shape;44;p6"/>
            <p:cNvSpPr/>
            <p:nvPr/>
          </p:nvSpPr>
          <p:spPr>
            <a:xfrm>
              <a:off x="914400" y="2386584"/>
              <a:ext cx="1828800" cy="91500"/>
            </a:xfrm>
            <a:prstGeom prst="rect">
              <a:avLst/>
            </a:prstGeom>
            <a:solidFill>
              <a:schemeClr val="accent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5" name="Google Shape;45;p6"/>
            <p:cNvSpPr/>
            <p:nvPr/>
          </p:nvSpPr>
          <p:spPr>
            <a:xfrm>
              <a:off x="2743200" y="2386584"/>
              <a:ext cx="6400800" cy="91500"/>
            </a:xfrm>
            <a:prstGeom prst="rect">
              <a:avLst/>
            </a:pr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46" name="Shape 46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51" name="Shape 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" name="Google Shape;52;p9"/>
          <p:cNvSpPr txBox="1"/>
          <p:nvPr>
            <p:ph type="ctrTitle"/>
          </p:nvPr>
        </p:nvSpPr>
        <p:spPr>
          <a:xfrm>
            <a:off x="0" y="0"/>
            <a:ext cx="9144000" cy="2388900"/>
          </a:xfrm>
          <a:prstGeom prst="rect">
            <a:avLst/>
          </a:prstGeom>
          <a:noFill/>
        </p:spPr>
        <p:txBody>
          <a:bodyPr anchorCtr="0" anchor="b" bIns="274300" lIns="91425" spcFirstLastPara="1" rIns="91425" wrap="square" tIns="91425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200"/>
              <a:buNone/>
              <a:defRPr sz="4200">
                <a:solidFill>
                  <a:schemeClr val="dk1"/>
                </a:solidFill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53" name="Google Shape;53;p9"/>
          <p:cNvSpPr txBox="1"/>
          <p:nvPr>
            <p:ph idx="1" type="subTitle"/>
          </p:nvPr>
        </p:nvSpPr>
        <p:spPr>
          <a:xfrm>
            <a:off x="0" y="2569475"/>
            <a:ext cx="9144000" cy="2574000"/>
          </a:xfrm>
          <a:prstGeom prst="rect">
            <a:avLst/>
          </a:prstGeom>
        </p:spPr>
        <p:txBody>
          <a:bodyPr anchorCtr="0" anchor="t" bIns="91425" lIns="91425" spcFirstLastPara="1" rIns="91425" wrap="square" tIns="274300">
            <a:noAutofit/>
          </a:bodyPr>
          <a:lstStyle>
            <a:lvl1pPr lv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1pPr>
            <a:lvl2pPr lvl="1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  <a:defRPr sz="3200"/>
            </a:lvl2pPr>
            <a:lvl3pPr lvl="2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  <a:defRPr sz="3200"/>
            </a:lvl3pPr>
            <a:lvl4pPr lvl="3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  <a:defRPr sz="3200"/>
            </a:lvl4pPr>
            <a:lvl5pPr lvl="4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  <a:defRPr sz="3200"/>
            </a:lvl5pPr>
            <a:lvl6pPr lvl="5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  <a:defRPr sz="3200"/>
            </a:lvl6pPr>
            <a:lvl7pPr lvl="6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  <a:defRPr sz="3200"/>
            </a:lvl7pPr>
            <a:lvl8pPr lvl="7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  <a:defRPr sz="3200"/>
            </a:lvl8pPr>
            <a:lvl9pPr lvl="8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  <a:defRPr sz="3200"/>
            </a:lvl9pPr>
          </a:lstStyle>
          <a:p/>
        </p:txBody>
      </p:sp>
      <p:grpSp>
        <p:nvGrpSpPr>
          <p:cNvPr id="54" name="Google Shape;54;p9"/>
          <p:cNvGrpSpPr/>
          <p:nvPr/>
        </p:nvGrpSpPr>
        <p:grpSpPr>
          <a:xfrm>
            <a:off x="0" y="2388810"/>
            <a:ext cx="9144000" cy="183000"/>
            <a:chOff x="0" y="2388810"/>
            <a:chExt cx="9144000" cy="183000"/>
          </a:xfrm>
        </p:grpSpPr>
        <p:sp>
          <p:nvSpPr>
            <p:cNvPr id="55" name="Google Shape;55;p9"/>
            <p:cNvSpPr/>
            <p:nvPr/>
          </p:nvSpPr>
          <p:spPr>
            <a:xfrm>
              <a:off x="0" y="2388810"/>
              <a:ext cx="914400" cy="18300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6" name="Google Shape;56;p9"/>
            <p:cNvSpPr/>
            <p:nvPr/>
          </p:nvSpPr>
          <p:spPr>
            <a:xfrm>
              <a:off x="914400" y="2388810"/>
              <a:ext cx="1828800" cy="183000"/>
            </a:xfrm>
            <a:prstGeom prst="rect">
              <a:avLst/>
            </a:prstGeom>
            <a:solidFill>
              <a:schemeClr val="accent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7" name="Google Shape;57;p9"/>
            <p:cNvSpPr/>
            <p:nvPr/>
          </p:nvSpPr>
          <p:spPr>
            <a:xfrm>
              <a:off x="2743200" y="2388810"/>
              <a:ext cx="6400800" cy="183000"/>
            </a:xfrm>
            <a:prstGeom prst="rect">
              <a:avLst/>
            </a:pr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0"/>
          <p:cNvSpPr txBox="1"/>
          <p:nvPr>
            <p:ph type="title"/>
          </p:nvPr>
        </p:nvSpPr>
        <p:spPr>
          <a:xfrm>
            <a:off x="0" y="-7"/>
            <a:ext cx="9144000" cy="2386500"/>
          </a:xfrm>
          <a:prstGeom prst="rect">
            <a:avLst/>
          </a:prstGeom>
        </p:spPr>
        <p:txBody>
          <a:bodyPr anchorCtr="0" anchor="b" bIns="274300" lIns="91425" spcFirstLastPara="1" rIns="91425" wrap="square" tIns="91425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grpSp>
        <p:nvGrpSpPr>
          <p:cNvPr id="60" name="Google Shape;60;p10"/>
          <p:cNvGrpSpPr/>
          <p:nvPr/>
        </p:nvGrpSpPr>
        <p:grpSpPr>
          <a:xfrm>
            <a:off x="0" y="2432304"/>
            <a:ext cx="9144000" cy="91500"/>
            <a:chOff x="0" y="2386584"/>
            <a:chExt cx="9144000" cy="91500"/>
          </a:xfrm>
        </p:grpSpPr>
        <p:sp>
          <p:nvSpPr>
            <p:cNvPr id="61" name="Google Shape;61;p10"/>
            <p:cNvSpPr/>
            <p:nvPr/>
          </p:nvSpPr>
          <p:spPr>
            <a:xfrm>
              <a:off x="0" y="2386584"/>
              <a:ext cx="914400" cy="9150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2" name="Google Shape;62;p10"/>
            <p:cNvSpPr/>
            <p:nvPr/>
          </p:nvSpPr>
          <p:spPr>
            <a:xfrm>
              <a:off x="914400" y="2386584"/>
              <a:ext cx="1828800" cy="91500"/>
            </a:xfrm>
            <a:prstGeom prst="rect">
              <a:avLst/>
            </a:prstGeom>
            <a:solidFill>
              <a:schemeClr val="accent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3" name="Google Shape;63;p10"/>
            <p:cNvSpPr/>
            <p:nvPr/>
          </p:nvSpPr>
          <p:spPr>
            <a:xfrm>
              <a:off x="2743200" y="2386584"/>
              <a:ext cx="6400800" cy="91500"/>
            </a:xfrm>
            <a:prstGeom prst="rect">
              <a:avLst/>
            </a:pr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body" type="tx">
  <p:cSld name="TITLE_AND_BODY">
    <p:spTree>
      <p:nvGrpSpPr>
        <p:cNvPr id="64" name="Shape 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" name="Google Shape;65;p11"/>
          <p:cNvSpPr txBox="1"/>
          <p:nvPr>
            <p:ph type="title"/>
          </p:nvPr>
        </p:nvSpPr>
        <p:spPr>
          <a:xfrm>
            <a:off x="0" y="0"/>
            <a:ext cx="9144000" cy="685800"/>
          </a:xfrm>
          <a:prstGeom prst="rect">
            <a:avLst/>
          </a:prstGeom>
        </p:spPr>
        <p:txBody>
          <a:bodyPr anchorCtr="0" anchor="ctr" bIns="91425" lIns="274300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4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66" name="Google Shape;66;p11"/>
          <p:cNvSpPr txBox="1"/>
          <p:nvPr>
            <p:ph idx="1" type="body"/>
          </p:nvPr>
        </p:nvSpPr>
        <p:spPr>
          <a:xfrm>
            <a:off x="274320" y="914400"/>
            <a:ext cx="8595300" cy="41148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>
            <a:lvl1pPr indent="-342900" lvl="0" marL="4572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67" name="Google Shape;67;p11"/>
          <p:cNvSpPr txBox="1"/>
          <p:nvPr>
            <p:ph idx="12" type="sldNum"/>
          </p:nvPr>
        </p:nvSpPr>
        <p:spPr>
          <a:xfrm>
            <a:off x="7315202" y="4416550"/>
            <a:ext cx="1828800" cy="7314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>
            <a:lvl1pPr lvl="0" rtl="0">
              <a:buNone/>
              <a:defRPr>
                <a:solidFill>
                  <a:schemeClr val="dk1"/>
                </a:solidFill>
              </a:defRPr>
            </a:lvl1pPr>
            <a:lvl2pPr lvl="1" rtl="0">
              <a:buNone/>
              <a:defRPr>
                <a:solidFill>
                  <a:schemeClr val="dk1"/>
                </a:solidFill>
              </a:defRPr>
            </a:lvl2pPr>
            <a:lvl3pPr lvl="2" rtl="0">
              <a:buNone/>
              <a:defRPr>
                <a:solidFill>
                  <a:schemeClr val="dk1"/>
                </a:solidFill>
              </a:defRPr>
            </a:lvl3pPr>
            <a:lvl4pPr lvl="3" rtl="0">
              <a:buNone/>
              <a:defRPr>
                <a:solidFill>
                  <a:schemeClr val="dk1"/>
                </a:solidFill>
              </a:defRPr>
            </a:lvl4pPr>
            <a:lvl5pPr lvl="4" rtl="0">
              <a:buNone/>
              <a:defRPr>
                <a:solidFill>
                  <a:schemeClr val="dk1"/>
                </a:solidFill>
              </a:defRPr>
            </a:lvl5pPr>
            <a:lvl6pPr lvl="5" rtl="0">
              <a:buNone/>
              <a:defRPr>
                <a:solidFill>
                  <a:schemeClr val="dk1"/>
                </a:solidFill>
              </a:defRPr>
            </a:lvl6pPr>
            <a:lvl7pPr lvl="6" rtl="0">
              <a:buNone/>
              <a:defRPr>
                <a:solidFill>
                  <a:schemeClr val="dk1"/>
                </a:solidFill>
              </a:defRPr>
            </a:lvl7pPr>
            <a:lvl8pPr lvl="7" rtl="0">
              <a:buNone/>
              <a:defRPr>
                <a:solidFill>
                  <a:schemeClr val="dk1"/>
                </a:solidFill>
              </a:defRPr>
            </a:lvl8pPr>
            <a:lvl9pPr lvl="8" rtl="0">
              <a:buNone/>
              <a:defRPr>
                <a:solidFill>
                  <a:schemeClr val="dk1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en" sz="900" u="sng">
                <a:solidFill>
                  <a:schemeClr val="hlink"/>
                </a:solidFill>
                <a:hlinkClick r:id="rId2"/>
              </a:rPr>
              <a:t>https://uni1.de/amos</a:t>
            </a:r>
            <a:r>
              <a:rPr b="0" lang="en" sz="900">
                <a:solidFill>
                  <a:schemeClr val="dk2"/>
                </a:solidFill>
              </a:rPr>
              <a:t> </a:t>
            </a:r>
            <a:endParaRPr b="0" sz="900">
              <a:solidFill>
                <a:schemeClr val="dk2"/>
              </a:solidFill>
            </a:endParaRPr>
          </a:p>
        </p:txBody>
      </p:sp>
      <p:grpSp>
        <p:nvGrpSpPr>
          <p:cNvPr id="68" name="Google Shape;68;p11"/>
          <p:cNvGrpSpPr/>
          <p:nvPr/>
        </p:nvGrpSpPr>
        <p:grpSpPr>
          <a:xfrm>
            <a:off x="0" y="685800"/>
            <a:ext cx="9144000" cy="91500"/>
            <a:chOff x="0" y="2386584"/>
            <a:chExt cx="9144000" cy="91500"/>
          </a:xfrm>
        </p:grpSpPr>
        <p:sp>
          <p:nvSpPr>
            <p:cNvPr id="69" name="Google Shape;69;p11"/>
            <p:cNvSpPr/>
            <p:nvPr/>
          </p:nvSpPr>
          <p:spPr>
            <a:xfrm>
              <a:off x="0" y="2386584"/>
              <a:ext cx="914400" cy="9150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0" name="Google Shape;70;p11"/>
            <p:cNvSpPr/>
            <p:nvPr/>
          </p:nvSpPr>
          <p:spPr>
            <a:xfrm>
              <a:off x="914400" y="2386584"/>
              <a:ext cx="1828800" cy="91500"/>
            </a:xfrm>
            <a:prstGeom prst="rect">
              <a:avLst/>
            </a:prstGeom>
            <a:solidFill>
              <a:schemeClr val="accent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1" name="Google Shape;71;p11"/>
            <p:cNvSpPr/>
            <p:nvPr/>
          </p:nvSpPr>
          <p:spPr>
            <a:xfrm>
              <a:off x="2743200" y="2386584"/>
              <a:ext cx="6400800" cy="91500"/>
            </a:xfrm>
            <a:prstGeom prst="rect">
              <a:avLst/>
            </a:pr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" type="twoColTx">
  <p:cSld name="TITLE_AND_TWO_COLUMNS">
    <p:spTree>
      <p:nvGrpSpPr>
        <p:cNvPr id="72" name="Shape 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" name="Google Shape;73;p12"/>
          <p:cNvSpPr txBox="1"/>
          <p:nvPr>
            <p:ph type="title"/>
          </p:nvPr>
        </p:nvSpPr>
        <p:spPr>
          <a:xfrm>
            <a:off x="0" y="0"/>
            <a:ext cx="9144000" cy="685800"/>
          </a:xfrm>
          <a:prstGeom prst="rect">
            <a:avLst/>
          </a:prstGeom>
          <a:ln>
            <a:noFill/>
          </a:ln>
        </p:spPr>
        <p:txBody>
          <a:bodyPr anchorCtr="0" anchor="ctr" bIns="0" lIns="274300" spcFirstLastPara="1" rIns="0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4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74" name="Google Shape;74;p12"/>
          <p:cNvSpPr txBox="1"/>
          <p:nvPr>
            <p:ph idx="1" type="body"/>
          </p:nvPr>
        </p:nvSpPr>
        <p:spPr>
          <a:xfrm>
            <a:off x="274320" y="914400"/>
            <a:ext cx="4114800" cy="4114800"/>
          </a:xfrm>
          <a:prstGeom prst="rect">
            <a:avLst/>
          </a:prstGeom>
        </p:spPr>
        <p:txBody>
          <a:bodyPr anchorCtr="0" anchor="t" bIns="91425" lIns="0" spcFirstLastPara="1" rIns="91425" wrap="square" tIns="0">
            <a:noAutofit/>
          </a:bodyPr>
          <a:lstStyle>
            <a:lvl1pPr indent="-342900" lvl="0" marL="4572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75" name="Google Shape;75;p12"/>
          <p:cNvSpPr txBox="1"/>
          <p:nvPr>
            <p:ph idx="2" type="body"/>
          </p:nvPr>
        </p:nvSpPr>
        <p:spPr>
          <a:xfrm>
            <a:off x="4846320" y="914400"/>
            <a:ext cx="4114800" cy="41148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>
            <a:lvl1pPr indent="-342900" lvl="0" marL="4572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76" name="Google Shape;76;p12"/>
          <p:cNvSpPr txBox="1"/>
          <p:nvPr>
            <p:ph idx="12" type="sldNum"/>
          </p:nvPr>
        </p:nvSpPr>
        <p:spPr>
          <a:xfrm>
            <a:off x="7315202" y="4416550"/>
            <a:ext cx="1828800" cy="7314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>
            <a:lvl1pPr lvl="0">
              <a:buNone/>
              <a:defRPr>
                <a:solidFill>
                  <a:schemeClr val="dk1"/>
                </a:solidFill>
              </a:defRPr>
            </a:lvl1pPr>
            <a:lvl2pPr lvl="1">
              <a:buNone/>
              <a:defRPr>
                <a:solidFill>
                  <a:schemeClr val="dk1"/>
                </a:solidFill>
              </a:defRPr>
            </a:lvl2pPr>
            <a:lvl3pPr lvl="2">
              <a:buNone/>
              <a:defRPr>
                <a:solidFill>
                  <a:schemeClr val="dk1"/>
                </a:solidFill>
              </a:defRPr>
            </a:lvl3pPr>
            <a:lvl4pPr lvl="3">
              <a:buNone/>
              <a:defRPr>
                <a:solidFill>
                  <a:schemeClr val="dk1"/>
                </a:solidFill>
              </a:defRPr>
            </a:lvl4pPr>
            <a:lvl5pPr lvl="4">
              <a:buNone/>
              <a:defRPr>
                <a:solidFill>
                  <a:schemeClr val="dk1"/>
                </a:solidFill>
              </a:defRPr>
            </a:lvl5pPr>
            <a:lvl6pPr lvl="5">
              <a:buNone/>
              <a:defRPr>
                <a:solidFill>
                  <a:schemeClr val="dk1"/>
                </a:solidFill>
              </a:defRPr>
            </a:lvl6pPr>
            <a:lvl7pPr lvl="6">
              <a:buNone/>
              <a:defRPr>
                <a:solidFill>
                  <a:schemeClr val="dk1"/>
                </a:solidFill>
              </a:defRPr>
            </a:lvl7pPr>
            <a:lvl8pPr lvl="7">
              <a:buNone/>
              <a:defRPr>
                <a:solidFill>
                  <a:schemeClr val="dk1"/>
                </a:solidFill>
              </a:defRPr>
            </a:lvl8pPr>
            <a:lvl9pPr lvl="8">
              <a:buNone/>
              <a:defRPr>
                <a:solidFill>
                  <a:schemeClr val="dk1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b="0" lang="en" sz="900" u="sng">
                <a:solidFill>
                  <a:schemeClr val="hlink"/>
                </a:solidFill>
                <a:hlinkClick r:id="rId2"/>
              </a:rPr>
              <a:t>https://uni1.de/amos</a:t>
            </a:r>
            <a:r>
              <a:rPr b="0" lang="en" sz="900">
                <a:solidFill>
                  <a:schemeClr val="dk2"/>
                </a:solidFill>
              </a:rPr>
              <a:t> </a:t>
            </a:r>
            <a:endParaRPr b="0" sz="900">
              <a:solidFill>
                <a:schemeClr val="dk2"/>
              </a:solidFill>
            </a:endParaRPr>
          </a:p>
        </p:txBody>
      </p:sp>
      <p:grpSp>
        <p:nvGrpSpPr>
          <p:cNvPr id="77" name="Google Shape;77;p12"/>
          <p:cNvGrpSpPr/>
          <p:nvPr/>
        </p:nvGrpSpPr>
        <p:grpSpPr>
          <a:xfrm>
            <a:off x="0" y="685800"/>
            <a:ext cx="9144000" cy="91500"/>
            <a:chOff x="0" y="2386584"/>
            <a:chExt cx="9144000" cy="91500"/>
          </a:xfrm>
        </p:grpSpPr>
        <p:sp>
          <p:nvSpPr>
            <p:cNvPr id="78" name="Google Shape;78;p12"/>
            <p:cNvSpPr/>
            <p:nvPr/>
          </p:nvSpPr>
          <p:spPr>
            <a:xfrm>
              <a:off x="0" y="2386584"/>
              <a:ext cx="914400" cy="9150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9" name="Google Shape;79;p12"/>
            <p:cNvSpPr/>
            <p:nvPr/>
          </p:nvSpPr>
          <p:spPr>
            <a:xfrm>
              <a:off x="914400" y="2386584"/>
              <a:ext cx="1828800" cy="91500"/>
            </a:xfrm>
            <a:prstGeom prst="rect">
              <a:avLst/>
            </a:prstGeom>
            <a:solidFill>
              <a:schemeClr val="accent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0" name="Google Shape;80;p12"/>
            <p:cNvSpPr/>
            <p:nvPr/>
          </p:nvSpPr>
          <p:spPr>
            <a:xfrm>
              <a:off x="2743200" y="2386584"/>
              <a:ext cx="6400800" cy="91500"/>
            </a:xfrm>
            <a:prstGeom prst="rect">
              <a:avLst/>
            </a:pr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81" name="Shape 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" name="Google Shape;82;p13"/>
          <p:cNvSpPr txBox="1"/>
          <p:nvPr>
            <p:ph type="title"/>
          </p:nvPr>
        </p:nvSpPr>
        <p:spPr>
          <a:xfrm>
            <a:off x="0" y="0"/>
            <a:ext cx="9144000" cy="685800"/>
          </a:xfrm>
          <a:prstGeom prst="rect">
            <a:avLst/>
          </a:prstGeom>
        </p:spPr>
        <p:txBody>
          <a:bodyPr anchorCtr="0" anchor="ctr" bIns="0" lIns="274300" spcFirstLastPara="1" rIns="0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4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83" name="Google Shape;83;p13"/>
          <p:cNvSpPr txBox="1"/>
          <p:nvPr>
            <p:ph idx="12" type="sldNum"/>
          </p:nvPr>
        </p:nvSpPr>
        <p:spPr>
          <a:xfrm>
            <a:off x="7315202" y="4416550"/>
            <a:ext cx="1828800" cy="7314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>
            <a:lvl1pPr lvl="0" rtl="0">
              <a:buNone/>
              <a:defRPr>
                <a:solidFill>
                  <a:schemeClr val="dk1"/>
                </a:solidFill>
              </a:defRPr>
            </a:lvl1pPr>
            <a:lvl2pPr lvl="1" rtl="0">
              <a:buNone/>
              <a:defRPr>
                <a:solidFill>
                  <a:schemeClr val="dk1"/>
                </a:solidFill>
              </a:defRPr>
            </a:lvl2pPr>
            <a:lvl3pPr lvl="2" rtl="0">
              <a:buNone/>
              <a:defRPr>
                <a:solidFill>
                  <a:schemeClr val="dk1"/>
                </a:solidFill>
              </a:defRPr>
            </a:lvl3pPr>
            <a:lvl4pPr lvl="3" rtl="0">
              <a:buNone/>
              <a:defRPr>
                <a:solidFill>
                  <a:schemeClr val="dk1"/>
                </a:solidFill>
              </a:defRPr>
            </a:lvl4pPr>
            <a:lvl5pPr lvl="4" rtl="0">
              <a:buNone/>
              <a:defRPr>
                <a:solidFill>
                  <a:schemeClr val="dk1"/>
                </a:solidFill>
              </a:defRPr>
            </a:lvl5pPr>
            <a:lvl6pPr lvl="5" rtl="0">
              <a:buNone/>
              <a:defRPr>
                <a:solidFill>
                  <a:schemeClr val="dk1"/>
                </a:solidFill>
              </a:defRPr>
            </a:lvl6pPr>
            <a:lvl7pPr lvl="6" rtl="0">
              <a:buNone/>
              <a:defRPr>
                <a:solidFill>
                  <a:schemeClr val="dk1"/>
                </a:solidFill>
              </a:defRPr>
            </a:lvl7pPr>
            <a:lvl8pPr lvl="7" rtl="0">
              <a:buNone/>
              <a:defRPr>
                <a:solidFill>
                  <a:schemeClr val="dk1"/>
                </a:solidFill>
              </a:defRPr>
            </a:lvl8pPr>
            <a:lvl9pPr lvl="8" rtl="0">
              <a:buNone/>
              <a:defRPr>
                <a:solidFill>
                  <a:schemeClr val="dk1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en" sz="900" u="sng">
                <a:solidFill>
                  <a:schemeClr val="hlink"/>
                </a:solidFill>
                <a:hlinkClick r:id="rId2"/>
              </a:rPr>
              <a:t>https://uni1.de/amos</a:t>
            </a:r>
            <a:r>
              <a:rPr b="0" lang="en" sz="900">
                <a:solidFill>
                  <a:schemeClr val="dk2"/>
                </a:solidFill>
              </a:rPr>
              <a:t> </a:t>
            </a:r>
            <a:endParaRPr>
              <a:solidFill>
                <a:schemeClr val="dk2"/>
              </a:solidFill>
            </a:endParaRPr>
          </a:p>
        </p:txBody>
      </p:sp>
      <p:grpSp>
        <p:nvGrpSpPr>
          <p:cNvPr id="84" name="Google Shape;84;p13"/>
          <p:cNvGrpSpPr/>
          <p:nvPr/>
        </p:nvGrpSpPr>
        <p:grpSpPr>
          <a:xfrm>
            <a:off x="0" y="685800"/>
            <a:ext cx="9144000" cy="91500"/>
            <a:chOff x="0" y="2386584"/>
            <a:chExt cx="9144000" cy="91500"/>
          </a:xfrm>
        </p:grpSpPr>
        <p:sp>
          <p:nvSpPr>
            <p:cNvPr id="85" name="Google Shape;85;p13"/>
            <p:cNvSpPr/>
            <p:nvPr/>
          </p:nvSpPr>
          <p:spPr>
            <a:xfrm>
              <a:off x="0" y="2386584"/>
              <a:ext cx="914400" cy="9150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6" name="Google Shape;86;p13"/>
            <p:cNvSpPr/>
            <p:nvPr/>
          </p:nvSpPr>
          <p:spPr>
            <a:xfrm>
              <a:off x="914400" y="2386584"/>
              <a:ext cx="1828800" cy="91500"/>
            </a:xfrm>
            <a:prstGeom prst="rect">
              <a:avLst/>
            </a:prstGeom>
            <a:solidFill>
              <a:schemeClr val="accent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7" name="Google Shape;87;p13"/>
            <p:cNvSpPr/>
            <p:nvPr/>
          </p:nvSpPr>
          <p:spPr>
            <a:xfrm>
              <a:off x="2743200" y="2386584"/>
              <a:ext cx="6400800" cy="91500"/>
            </a:xfrm>
            <a:prstGeom prst="rect">
              <a:avLst/>
            </a:pr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88" name="Shape 88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hyperlink" Target="https://oss.cs.fau.de" TargetMode="External"/><Relationship Id="rId2" Type="http://schemas.openxmlformats.org/officeDocument/2006/relationships/slideLayout" Target="../slideLayouts/slideLayout1.xml"/><Relationship Id="rId3" Type="http://schemas.openxmlformats.org/officeDocument/2006/relationships/slideLayout" Target="../slideLayouts/slideLayout2.xml"/><Relationship Id="rId4" Type="http://schemas.openxmlformats.org/officeDocument/2006/relationships/slideLayout" Target="../slideLayouts/slideLayout3.xml"/><Relationship Id="rId5" Type="http://schemas.openxmlformats.org/officeDocument/2006/relationships/slideLayout" Target="../slideLayouts/slideLayout4.xml"/><Relationship Id="rId6" Type="http://schemas.openxmlformats.org/officeDocument/2006/relationships/slideLayout" Target="../slideLayouts/slideLayout5.xml"/><Relationship Id="rId7" Type="http://schemas.openxmlformats.org/officeDocument/2006/relationships/slideLayout" Target="../slideLayouts/slideLayout6.xml"/><Relationship Id="rId8" Type="http://schemas.openxmlformats.org/officeDocument/2006/relationships/theme" Target="../theme/theme1.xml"/></Relationships>
</file>

<file path=ppt/slideMasters/_rels/slideMaster2.xml.rels><?xml version="1.0" encoding="UTF-8" standalone="yes"?><Relationships xmlns="http://schemas.openxmlformats.org/package/2006/relationships"><Relationship Id="rId1" Type="http://schemas.openxmlformats.org/officeDocument/2006/relationships/hyperlink" Target="https://uni1.de/amos" TargetMode="External"/><Relationship Id="rId2" Type="http://schemas.openxmlformats.org/officeDocument/2006/relationships/slideLayout" Target="../slideLayouts/slideLayout7.xml"/><Relationship Id="rId3" Type="http://schemas.openxmlformats.org/officeDocument/2006/relationships/slideLayout" Target="../slideLayouts/slideLayout8.xml"/><Relationship Id="rId4" Type="http://schemas.openxmlformats.org/officeDocument/2006/relationships/slideLayout" Target="../slideLayouts/slideLayout9.xml"/><Relationship Id="rId5" Type="http://schemas.openxmlformats.org/officeDocument/2006/relationships/slideLayout" Target="../slideLayouts/slideLayout10.xml"/><Relationship Id="rId6" Type="http://schemas.openxmlformats.org/officeDocument/2006/relationships/slideLayout" Target="../slideLayouts/slideLayout11.xml"/><Relationship Id="rId7" Type="http://schemas.openxmlformats.org/officeDocument/2006/relationships/slideLayout" Target="../slideLayouts/slideLayout12.xml"/><Relationship Id="rId8" Type="http://schemas.openxmlformats.org/officeDocument/2006/relationships/theme" Target="../theme/theme3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0" y="0"/>
            <a:ext cx="9144000" cy="68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274300" spcFirstLastPara="1" rIns="0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b="1" sz="2400">
                <a:solidFill>
                  <a:schemeClr val="dk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274320" y="914400"/>
            <a:ext cx="85953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342900" lvl="0" marL="457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Char char="●"/>
              <a:defRPr sz="1800">
                <a:solidFill>
                  <a:schemeClr val="dk1"/>
                </a:solidFill>
              </a:defRPr>
            </a:lvl1pPr>
            <a:lvl2pPr indent="-317500" lvl="1" marL="914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Char char="○"/>
              <a:defRPr>
                <a:solidFill>
                  <a:schemeClr val="dk1"/>
                </a:solidFill>
              </a:defRPr>
            </a:lvl2pPr>
            <a:lvl3pPr indent="-317500" lvl="2" marL="1371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Char char="■"/>
              <a:defRPr>
                <a:solidFill>
                  <a:schemeClr val="dk1"/>
                </a:solidFill>
              </a:defRPr>
            </a:lvl3pPr>
            <a:lvl4pPr indent="-317500" lvl="3" marL="1828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Char char="●"/>
              <a:defRPr>
                <a:solidFill>
                  <a:schemeClr val="dk1"/>
                </a:solidFill>
              </a:defRPr>
            </a:lvl4pPr>
            <a:lvl5pPr indent="-317500" lvl="4" marL="2286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Char char="○"/>
              <a:defRPr>
                <a:solidFill>
                  <a:schemeClr val="dk1"/>
                </a:solidFill>
              </a:defRPr>
            </a:lvl5pPr>
            <a:lvl6pPr indent="-317500" lvl="5" marL="2743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Char char="■"/>
              <a:defRPr>
                <a:solidFill>
                  <a:schemeClr val="dk1"/>
                </a:solidFill>
              </a:defRPr>
            </a:lvl6pPr>
            <a:lvl7pPr indent="-317500" lvl="6" marL="3200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Char char="●"/>
              <a:defRPr>
                <a:solidFill>
                  <a:schemeClr val="dk1"/>
                </a:solidFill>
              </a:defRPr>
            </a:lvl7pPr>
            <a:lvl8pPr indent="-317500" lvl="7" marL="3657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Char char="○"/>
              <a:defRPr>
                <a:solidFill>
                  <a:schemeClr val="dk1"/>
                </a:solidFill>
              </a:defRPr>
            </a:lvl8pPr>
            <a:lvl9pPr indent="-317500" lvl="8" marL="411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Char char="■"/>
              <a:defRPr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7315202" y="4416550"/>
            <a:ext cx="1828800" cy="7314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rtl="0" algn="r">
              <a:buNone/>
              <a:defRPr b="1" sz="2400">
                <a:solidFill>
                  <a:schemeClr val="dk2"/>
                </a:solidFill>
              </a:defRPr>
            </a:lvl1pPr>
            <a:lvl2pPr lvl="1" rtl="0" algn="r">
              <a:buNone/>
              <a:defRPr b="1" sz="2400">
                <a:solidFill>
                  <a:schemeClr val="dk2"/>
                </a:solidFill>
              </a:defRPr>
            </a:lvl2pPr>
            <a:lvl3pPr lvl="2" rtl="0" algn="r">
              <a:buNone/>
              <a:defRPr b="1" sz="2400">
                <a:solidFill>
                  <a:schemeClr val="dk2"/>
                </a:solidFill>
              </a:defRPr>
            </a:lvl3pPr>
            <a:lvl4pPr lvl="3" rtl="0" algn="r">
              <a:buNone/>
              <a:defRPr b="1" sz="2400">
                <a:solidFill>
                  <a:schemeClr val="dk2"/>
                </a:solidFill>
              </a:defRPr>
            </a:lvl4pPr>
            <a:lvl5pPr lvl="4" rtl="0" algn="r">
              <a:buNone/>
              <a:defRPr b="1" sz="2400">
                <a:solidFill>
                  <a:schemeClr val="dk2"/>
                </a:solidFill>
              </a:defRPr>
            </a:lvl5pPr>
            <a:lvl6pPr lvl="5" rtl="0" algn="r">
              <a:buNone/>
              <a:defRPr b="1" sz="2400">
                <a:solidFill>
                  <a:schemeClr val="dk2"/>
                </a:solidFill>
              </a:defRPr>
            </a:lvl6pPr>
            <a:lvl7pPr lvl="6" rtl="0" algn="r">
              <a:buNone/>
              <a:defRPr b="1" sz="2400">
                <a:solidFill>
                  <a:schemeClr val="dk2"/>
                </a:solidFill>
              </a:defRPr>
            </a:lvl7pPr>
            <a:lvl8pPr lvl="7" rtl="0" algn="r">
              <a:buNone/>
              <a:defRPr b="1" sz="2400">
                <a:solidFill>
                  <a:schemeClr val="dk2"/>
                </a:solidFill>
              </a:defRPr>
            </a:lvl8pPr>
            <a:lvl9pPr lvl="8" rtl="0" algn="r">
              <a:buNone/>
              <a:defRPr b="1" sz="2400">
                <a:solidFill>
                  <a:schemeClr val="dk2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en" sz="900" u="sng">
                <a:solidFill>
                  <a:schemeClr val="hlink"/>
                </a:solidFill>
                <a:hlinkClick r:id="rId1"/>
              </a:rPr>
              <a:t>https://oss.cs.fau.de</a:t>
            </a:r>
            <a:r>
              <a:rPr b="0" lang="en" sz="900"/>
              <a:t> </a:t>
            </a:r>
            <a:endParaRPr b="0" sz="900"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2"/>
    <p:sldLayoutId id="2147483649" r:id="rId3"/>
    <p:sldLayoutId id="2147483650" r:id="rId4"/>
    <p:sldLayoutId id="2147483651" r:id="rId5"/>
    <p:sldLayoutId id="2147483652" r:id="rId6"/>
    <p:sldLayoutId id="2147483653" r:id="rId7"/>
  </p:sldLayoutIdLst>
  <p:hf dt="0" ftr="0" hdr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 name="simple-light-2">
    <p:bg>
      <p:bgPr>
        <a:solidFill>
          <a:schemeClr val="lt1"/>
        </a:solidFill>
      </p:bgPr>
    </p:bg>
    <p:spTree>
      <p:nvGrpSpPr>
        <p:cNvPr id="47" name="Shape 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" name="Google Shape;48;p8"/>
          <p:cNvSpPr txBox="1"/>
          <p:nvPr>
            <p:ph type="title"/>
          </p:nvPr>
        </p:nvSpPr>
        <p:spPr>
          <a:xfrm>
            <a:off x="0" y="0"/>
            <a:ext cx="9144000" cy="68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274300" spcFirstLastPara="1" rIns="0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b="1" sz="2400">
                <a:solidFill>
                  <a:schemeClr val="dk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49" name="Google Shape;49;p8"/>
          <p:cNvSpPr txBox="1"/>
          <p:nvPr>
            <p:ph idx="1" type="body"/>
          </p:nvPr>
        </p:nvSpPr>
        <p:spPr>
          <a:xfrm>
            <a:off x="274320" y="914400"/>
            <a:ext cx="85953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342900" lvl="0" marL="457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Char char="●"/>
              <a:defRPr sz="1800">
                <a:solidFill>
                  <a:schemeClr val="dk1"/>
                </a:solidFill>
              </a:defRPr>
            </a:lvl1pPr>
            <a:lvl2pPr indent="-317500" lvl="1" marL="914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Char char="○"/>
              <a:defRPr>
                <a:solidFill>
                  <a:schemeClr val="dk1"/>
                </a:solidFill>
              </a:defRPr>
            </a:lvl2pPr>
            <a:lvl3pPr indent="-317500" lvl="2" marL="1371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Char char="■"/>
              <a:defRPr>
                <a:solidFill>
                  <a:schemeClr val="dk1"/>
                </a:solidFill>
              </a:defRPr>
            </a:lvl3pPr>
            <a:lvl4pPr indent="-317500" lvl="3" marL="1828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Char char="●"/>
              <a:defRPr>
                <a:solidFill>
                  <a:schemeClr val="dk1"/>
                </a:solidFill>
              </a:defRPr>
            </a:lvl4pPr>
            <a:lvl5pPr indent="-317500" lvl="4" marL="2286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Char char="○"/>
              <a:defRPr>
                <a:solidFill>
                  <a:schemeClr val="dk1"/>
                </a:solidFill>
              </a:defRPr>
            </a:lvl5pPr>
            <a:lvl6pPr indent="-317500" lvl="5" marL="2743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Char char="■"/>
              <a:defRPr>
                <a:solidFill>
                  <a:schemeClr val="dk1"/>
                </a:solidFill>
              </a:defRPr>
            </a:lvl6pPr>
            <a:lvl7pPr indent="-317500" lvl="6" marL="3200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Char char="●"/>
              <a:defRPr>
                <a:solidFill>
                  <a:schemeClr val="dk1"/>
                </a:solidFill>
              </a:defRPr>
            </a:lvl7pPr>
            <a:lvl8pPr indent="-317500" lvl="7" marL="3657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Char char="○"/>
              <a:defRPr>
                <a:solidFill>
                  <a:schemeClr val="dk1"/>
                </a:solidFill>
              </a:defRPr>
            </a:lvl8pPr>
            <a:lvl9pPr indent="-317500" lvl="8" marL="411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Char char="■"/>
              <a:defRPr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50" name="Google Shape;50;p8"/>
          <p:cNvSpPr txBox="1"/>
          <p:nvPr>
            <p:ph idx="12" type="sldNum"/>
          </p:nvPr>
        </p:nvSpPr>
        <p:spPr>
          <a:xfrm>
            <a:off x="7315202" y="4416550"/>
            <a:ext cx="1828800" cy="7314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rtl="0" algn="r">
              <a:buNone/>
              <a:defRPr b="1" sz="2400">
                <a:solidFill>
                  <a:schemeClr val="dk2"/>
                </a:solidFill>
              </a:defRPr>
            </a:lvl1pPr>
            <a:lvl2pPr lvl="1" rtl="0" algn="r">
              <a:buNone/>
              <a:defRPr b="1" sz="2400">
                <a:solidFill>
                  <a:schemeClr val="dk2"/>
                </a:solidFill>
              </a:defRPr>
            </a:lvl2pPr>
            <a:lvl3pPr lvl="2" rtl="0" algn="r">
              <a:buNone/>
              <a:defRPr b="1" sz="2400">
                <a:solidFill>
                  <a:schemeClr val="dk2"/>
                </a:solidFill>
              </a:defRPr>
            </a:lvl3pPr>
            <a:lvl4pPr lvl="3" rtl="0" algn="r">
              <a:buNone/>
              <a:defRPr b="1" sz="2400">
                <a:solidFill>
                  <a:schemeClr val="dk2"/>
                </a:solidFill>
              </a:defRPr>
            </a:lvl4pPr>
            <a:lvl5pPr lvl="4" rtl="0" algn="r">
              <a:buNone/>
              <a:defRPr b="1" sz="2400">
                <a:solidFill>
                  <a:schemeClr val="dk2"/>
                </a:solidFill>
              </a:defRPr>
            </a:lvl5pPr>
            <a:lvl6pPr lvl="5" rtl="0" algn="r">
              <a:buNone/>
              <a:defRPr b="1" sz="2400">
                <a:solidFill>
                  <a:schemeClr val="dk2"/>
                </a:solidFill>
              </a:defRPr>
            </a:lvl6pPr>
            <a:lvl7pPr lvl="6" rtl="0" algn="r">
              <a:buNone/>
              <a:defRPr b="1" sz="2400">
                <a:solidFill>
                  <a:schemeClr val="dk2"/>
                </a:solidFill>
              </a:defRPr>
            </a:lvl7pPr>
            <a:lvl8pPr lvl="7" rtl="0" algn="r">
              <a:buNone/>
              <a:defRPr b="1" sz="2400">
                <a:solidFill>
                  <a:schemeClr val="dk2"/>
                </a:solidFill>
              </a:defRPr>
            </a:lvl8pPr>
            <a:lvl9pPr lvl="8" rtl="0" algn="r">
              <a:buNone/>
              <a:defRPr b="1" sz="2400">
                <a:solidFill>
                  <a:schemeClr val="dk2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en" sz="900" u="sng">
                <a:solidFill>
                  <a:schemeClr val="hlink"/>
                </a:solidFill>
                <a:hlinkClick r:id="rId1"/>
              </a:rPr>
              <a:t>https://uni1.de/amos</a:t>
            </a:r>
            <a:r>
              <a:rPr b="0" lang="en" sz="900"/>
              <a:t> </a:t>
            </a:r>
            <a:endParaRPr b="0" sz="900"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54" r:id="rId2"/>
    <p:sldLayoutId id="2147483655" r:id="rId3"/>
    <p:sldLayoutId id="2147483656" r:id="rId4"/>
    <p:sldLayoutId id="2147483657" r:id="rId5"/>
    <p:sldLayoutId id="2147483658" r:id="rId6"/>
    <p:sldLayoutId id="2147483659" r:id="rId7"/>
  </p:sldLayoutIdLst>
  <p:hf dt="0" ftr="0" hdr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3" Type="http://schemas.openxmlformats.org/officeDocument/2006/relationships/hyperlink" Target="http://creativecommons.org/licenses/by/4.0/" TargetMode="Externa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Relationship Id="rId3" Type="http://schemas.openxmlformats.org/officeDocument/2006/relationships/hyperlink" Target="https://oss.cs.fau.de" TargetMode="Externa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3.xml"/><Relationship Id="rId3" Type="http://schemas.openxmlformats.org/officeDocument/2006/relationships/hyperlink" Target="https://oss.cs.fau.de" TargetMode="External"/><Relationship Id="rId4" Type="http://schemas.openxmlformats.org/officeDocument/2006/relationships/image" Target="../media/image2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notesSlide" Target="../notesSlides/notesSlide5.xml"/><Relationship Id="rId3" Type="http://schemas.openxmlformats.org/officeDocument/2006/relationships/hyperlink" Target="https://uni1.de/amos" TargetMode="External"/><Relationship Id="rId4" Type="http://schemas.openxmlformats.org/officeDocument/2006/relationships/image" Target="../media/image1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hyperlink" Target="https://oss.cs.fau.de" TargetMode="Externa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7.xml"/><Relationship Id="rId3" Type="http://schemas.openxmlformats.org/officeDocument/2006/relationships/hyperlink" Target="https://oss.cs.fau.de" TargetMode="Externa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oss.cs.fau.de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9.xml"/><Relationship Id="rId3" Type="http://schemas.openxmlformats.org/officeDocument/2006/relationships/hyperlink" Target="https://oss.cs.fau.de" TargetMode="Externa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Relationship Id="rId3" Type="http://schemas.openxmlformats.org/officeDocument/2006/relationships/hyperlink" Target="https://oss.cs.fau.de" TargetMode="Externa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Relationship Id="rId3" Type="http://schemas.openxmlformats.org/officeDocument/2006/relationships/hyperlink" Target="https://oss.cs.fau.de" TargetMode="Externa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Relationship Id="rId3" Type="http://schemas.openxmlformats.org/officeDocument/2006/relationships/hyperlink" Target="https://oss.cs.fau.de" TargetMode="Externa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Relationship Id="rId3" Type="http://schemas.openxmlformats.org/officeDocument/2006/relationships/hyperlink" Target="https://oss.cs.fau.de" TargetMode="Externa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Relationship Id="rId3" Type="http://schemas.openxmlformats.org/officeDocument/2006/relationships/hyperlink" Target="https://oss.cs.fau.de" TargetMode="External"/><Relationship Id="rId4" Type="http://schemas.openxmlformats.org/officeDocument/2006/relationships/image" Target="../media/image13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7.xml"/><Relationship Id="rId3" Type="http://schemas.openxmlformats.org/officeDocument/2006/relationships/hyperlink" Target="https://oss.cs.fau.de" TargetMode="Externa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8.xml"/><Relationship Id="rId3" Type="http://schemas.openxmlformats.org/officeDocument/2006/relationships/hyperlink" Target="https://oss.cs.fau.de" TargetMode="External"/><Relationship Id="rId4" Type="http://schemas.openxmlformats.org/officeDocument/2006/relationships/image" Target="../media/image3.png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9.xml"/><Relationship Id="rId3" Type="http://schemas.openxmlformats.org/officeDocument/2006/relationships/hyperlink" Target="https://oss.cs.fau.de" TargetMode="Externa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1.xml"/><Relationship Id="rId3" Type="http://schemas.openxmlformats.org/officeDocument/2006/relationships/hyperlink" Target="https://docs.google.com/spreadsheets/d/14rCQE3ahWKZlQ2dmAIrCrCbzXuVyEOgyWH38PYNCLvo/edit?usp=sharing" TargetMode="External"/><Relationship Id="rId4" Type="http://schemas.openxmlformats.org/officeDocument/2006/relationships/hyperlink" Target="https://oss.cs.fau.de" TargetMode="Externa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22.xml"/><Relationship Id="rId3" Type="http://schemas.openxmlformats.org/officeDocument/2006/relationships/hyperlink" Target="https://oss.cs.fau.de" TargetMode="Externa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3.xml"/><Relationship Id="rId3" Type="http://schemas.openxmlformats.org/officeDocument/2006/relationships/hyperlink" Target="https://oss.cs.fau.de" TargetMode="External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4.xml"/><Relationship Id="rId3" Type="http://schemas.openxmlformats.org/officeDocument/2006/relationships/hyperlink" Target="https://oss.cs.fau.de" TargetMode="Externa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Relationship Id="rId3" Type="http://schemas.openxmlformats.org/officeDocument/2006/relationships/hyperlink" Target="https://oss.cs.fau.de" TargetMode="Externa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Relationship Id="rId3" Type="http://schemas.openxmlformats.org/officeDocument/2006/relationships/hyperlink" Target="https://oss.cs.fau.de" TargetMode="Externa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hyperlink" Target="https://oss.cs.fau.de" TargetMode="External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28.xml"/><Relationship Id="rId3" Type="http://schemas.openxmlformats.org/officeDocument/2006/relationships/hyperlink" Target="https://oss.cs.fau.de" TargetMode="External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Relationship Id="rId3" Type="http://schemas.openxmlformats.org/officeDocument/2006/relationships/hyperlink" Target="https://oss.cs.fau.de" TargetMode="Externa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31.xml"/><Relationship Id="rId3" Type="http://schemas.openxmlformats.org/officeDocument/2006/relationships/hyperlink" Target="https://oss.cs.fau.de" TargetMode="External"/><Relationship Id="rId4" Type="http://schemas.openxmlformats.org/officeDocument/2006/relationships/image" Target="../media/image4.png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32.xml"/><Relationship Id="rId3" Type="http://schemas.openxmlformats.org/officeDocument/2006/relationships/image" Target="../media/image5.png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3.xml"/><Relationship Id="rId3" Type="http://schemas.openxmlformats.org/officeDocument/2006/relationships/hyperlink" Target="https://oss.cs.fau.de" TargetMode="Externa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34.xml"/><Relationship Id="rId3" Type="http://schemas.openxmlformats.org/officeDocument/2006/relationships/hyperlink" Target="https://oss.cs.fau.de" TargetMode="External"/><Relationship Id="rId4" Type="http://schemas.openxmlformats.org/officeDocument/2006/relationships/image" Target="../media/image6.png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5.xml"/><Relationship Id="rId3" Type="http://schemas.openxmlformats.org/officeDocument/2006/relationships/hyperlink" Target="https://oss.cs.fau.de" TargetMode="External"/><Relationship Id="rId4" Type="http://schemas.openxmlformats.org/officeDocument/2006/relationships/image" Target="../media/image8.png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36.xml"/><Relationship Id="rId3" Type="http://schemas.openxmlformats.org/officeDocument/2006/relationships/image" Target="../media/image11.png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7.xml"/><Relationship Id="rId3" Type="http://schemas.openxmlformats.org/officeDocument/2006/relationships/hyperlink" Target="https://oss.cs.fau.de" TargetMode="External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8.xml"/><Relationship Id="rId3" Type="http://schemas.openxmlformats.org/officeDocument/2006/relationships/hyperlink" Target="https://oss.cs.fau.de" TargetMode="External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/Relationships>
</file>

<file path=ppt/slides/_rels/slide4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0.xml"/><Relationship Id="rId3" Type="http://schemas.openxmlformats.org/officeDocument/2006/relationships/hyperlink" Target="https://oss.cs.fau.de" TargetMode="External"/></Relationships>
</file>

<file path=ppt/slides/_rels/slide4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1.xml"/><Relationship Id="rId3" Type="http://schemas.openxmlformats.org/officeDocument/2006/relationships/hyperlink" Target="https://oss.cs.fau.de" TargetMode="External"/></Relationships>
</file>

<file path=ppt/slides/_rels/slide4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2.xml"/><Relationship Id="rId3" Type="http://schemas.openxmlformats.org/officeDocument/2006/relationships/hyperlink" Target="https://docs.github.com/en/pull-requests/committing-changes-to-your-project/creating-and-editing-commits/creating-a-commit-with-multiple-authors" TargetMode="External"/><Relationship Id="rId4" Type="http://schemas.openxmlformats.org/officeDocument/2006/relationships/hyperlink" Target="https://oss.cs.fau.de" TargetMode="External"/><Relationship Id="rId5" Type="http://schemas.openxmlformats.org/officeDocument/2006/relationships/hyperlink" Target="mailto:stefan.buchner@fau.de" TargetMode="External"/></Relationships>
</file>

<file path=ppt/slides/_rels/slide4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3.xml"/><Relationship Id="rId3" Type="http://schemas.openxmlformats.org/officeDocument/2006/relationships/hyperlink" Target="https://oss.cs.fau.de" TargetMode="External"/><Relationship Id="rId4" Type="http://schemas.openxmlformats.org/officeDocument/2006/relationships/image" Target="../media/image9.png"/></Relationships>
</file>

<file path=ppt/slides/_rels/slide4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4.xml"/><Relationship Id="rId3" Type="http://schemas.openxmlformats.org/officeDocument/2006/relationships/hyperlink" Target="https://oss.cs.fau.de" TargetMode="External"/></Relationships>
</file>

<file path=ppt/slides/_rels/slide4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5.xml"/><Relationship Id="rId3" Type="http://schemas.openxmlformats.org/officeDocument/2006/relationships/hyperlink" Target="https://oss.cs.fau.de" TargetMode="External"/></Relationships>
</file>

<file path=ppt/slides/_rels/slide4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6.xml"/><Relationship Id="rId3" Type="http://schemas.openxmlformats.org/officeDocument/2006/relationships/hyperlink" Target="https://opensource.org/licenses/MIT" TargetMode="External"/><Relationship Id="rId4" Type="http://schemas.openxmlformats.org/officeDocument/2006/relationships/hyperlink" Target="https://creativecommons.org/licenses/by/4.0/" TargetMode="External"/><Relationship Id="rId5" Type="http://schemas.openxmlformats.org/officeDocument/2006/relationships/hyperlink" Target="https://oss.cs.fau.de" TargetMode="External"/></Relationships>
</file>

<file path=ppt/slides/_rels/slide4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7.xml"/><Relationship Id="rId3" Type="http://schemas.openxmlformats.org/officeDocument/2006/relationships/hyperlink" Target="https://oss.cs.fau.de" TargetMode="External"/><Relationship Id="rId4" Type="http://schemas.openxmlformats.org/officeDocument/2006/relationships/hyperlink" Target="https://reuse.software/" TargetMode="External"/></Relationships>
</file>

<file path=ppt/slides/_rels/slide4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8.xml"/><Relationship Id="rId3" Type="http://schemas.openxmlformats.org/officeDocument/2006/relationships/hyperlink" Target="https://oss.cs.fau.de" TargetMode="External"/></Relationships>
</file>

<file path=ppt/slides/_rels/slide4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9.xml"/></Relationships>
</file>

<file path=ppt/slides/_rels/slide5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0.xml"/><Relationship Id="rId3" Type="http://schemas.openxmlformats.org/officeDocument/2006/relationships/hyperlink" Target="https://oss.cs.fau.de" TargetMode="External"/></Relationships>
</file>

<file path=ppt/slides/_rels/slide5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51.xml"/><Relationship Id="rId3" Type="http://schemas.openxmlformats.org/officeDocument/2006/relationships/image" Target="../media/image12.png"/></Relationships>
</file>

<file path=ppt/slides/_rels/slide5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2.xml"/><Relationship Id="rId3" Type="http://schemas.openxmlformats.org/officeDocument/2006/relationships/hyperlink" Target="https://oss.cs.fau.de" TargetMode="External"/></Relationships>
</file>

<file path=ppt/slides/_rels/slide5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3.xml"/></Relationships>
</file>

<file path=ppt/slides/_rels/slide5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4.xml"/><Relationship Id="rId3" Type="http://schemas.openxmlformats.org/officeDocument/2006/relationships/hyperlink" Target="https://oss.cs.fau.de" TargetMode="External"/></Relationships>
</file>

<file path=ppt/slides/_rels/slide5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5.xml"/><Relationship Id="rId3" Type="http://schemas.openxmlformats.org/officeDocument/2006/relationships/hyperlink" Target="https://happy-amos.appspot.com/" TargetMode="External"/><Relationship Id="rId4" Type="http://schemas.openxmlformats.org/officeDocument/2006/relationships/hyperlink" Target="https://oss.cs.fau.de" TargetMode="External"/><Relationship Id="rId5" Type="http://schemas.openxmlformats.org/officeDocument/2006/relationships/image" Target="../media/image10.png"/></Relationships>
</file>

<file path=ppt/slides/_rels/slide5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6.xml"/></Relationships>
</file>

<file path=ppt/slides/_rels/slide5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7.xml"/><Relationship Id="rId3" Type="http://schemas.openxmlformats.org/officeDocument/2006/relationships/hyperlink" Target="https://oss.cs.fau.de" TargetMode="External"/><Relationship Id="rId4" Type="http://schemas.openxmlformats.org/officeDocument/2006/relationships/image" Target="../media/image7.png"/></Relationships>
</file>

<file path=ppt/slides/_rels/slide5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8.xml"/><Relationship Id="rId3" Type="http://schemas.openxmlformats.org/officeDocument/2006/relationships/hyperlink" Target="https://happy-amos.appspot.com/" TargetMode="External"/><Relationship Id="rId4" Type="http://schemas.openxmlformats.org/officeDocument/2006/relationships/hyperlink" Target="https://oss.cs.fau.de" TargetMode="External"/></Relationships>
</file>

<file path=ppt/slides/_rels/slide5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9.xml"/><Relationship Id="rId3" Type="http://schemas.openxmlformats.org/officeDocument/2006/relationships/hyperlink" Target="https://oss.cs.fau.de" TargetMode="External"/></Relationships>
</file>

<file path=ppt/slides/_rels/slide6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0.xml"/><Relationship Id="rId3" Type="http://schemas.openxmlformats.org/officeDocument/2006/relationships/hyperlink" Target="mailto:dirk.riehle@fau.de" TargetMode="External"/><Relationship Id="rId4" Type="http://schemas.openxmlformats.org/officeDocument/2006/relationships/hyperlink" Target="https://oss.cs.fau.de" TargetMode="External"/><Relationship Id="rId5" Type="http://schemas.openxmlformats.org/officeDocument/2006/relationships/hyperlink" Target="mailto:dirk@riehle.org" TargetMode="External"/><Relationship Id="rId6" Type="http://schemas.openxmlformats.org/officeDocument/2006/relationships/hyperlink" Target="https://dirkriehle.com" TargetMode="External"/><Relationship Id="rId7" Type="http://schemas.openxmlformats.org/officeDocument/2006/relationships/hyperlink" Target="https://twitter.com/dirkriehle" TargetMode="External"/></Relationships>
</file>

<file path=ppt/slides/_rels/slide6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9.xml"/><Relationship Id="rId2" Type="http://schemas.openxmlformats.org/officeDocument/2006/relationships/notesSlide" Target="../notesSlides/notesSlide61.xml"/><Relationship Id="rId3" Type="http://schemas.openxmlformats.org/officeDocument/2006/relationships/hyperlink" Target="https://oss.cs.fau.de" TargetMode="External"/><Relationship Id="rId4" Type="http://schemas.openxmlformats.org/officeDocument/2006/relationships/hyperlink" Target="http://creativecommons.org/licenses/by/4.0/" TargetMode="Externa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15"/>
          <p:cNvSpPr txBox="1"/>
          <p:nvPr>
            <p:ph type="ctrTitle"/>
          </p:nvPr>
        </p:nvSpPr>
        <p:spPr>
          <a:xfrm>
            <a:off x="0" y="0"/>
            <a:ext cx="9144000" cy="2388900"/>
          </a:xfrm>
          <a:prstGeom prst="rect">
            <a:avLst/>
          </a:prstGeom>
        </p:spPr>
        <p:txBody>
          <a:bodyPr anchorCtr="0" anchor="b" bIns="274300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Team and Tools</a:t>
            </a:r>
            <a:endParaRPr/>
          </a:p>
        </p:txBody>
      </p:sp>
      <p:sp>
        <p:nvSpPr>
          <p:cNvPr id="94" name="Google Shape;94;p15"/>
          <p:cNvSpPr txBox="1"/>
          <p:nvPr>
            <p:ph idx="1" type="subTitle"/>
          </p:nvPr>
        </p:nvSpPr>
        <p:spPr>
          <a:xfrm>
            <a:off x="0" y="2569475"/>
            <a:ext cx="9144000" cy="2574000"/>
          </a:xfrm>
          <a:prstGeom prst="rect">
            <a:avLst/>
          </a:prstGeom>
        </p:spPr>
        <p:txBody>
          <a:bodyPr anchorCtr="0" anchor="t" bIns="91425" lIns="91425" spcFirstLastPara="1" rIns="91425" wrap="square" tIns="27430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Dirk Riehle, FAU Erlangen</a:t>
            </a:r>
            <a:endParaRPr/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"/>
              <a:t>AMOS B01</a:t>
            </a:r>
            <a:endParaRPr b="1"/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/>
              <a:t>Licensed under </a:t>
            </a:r>
            <a:r>
              <a:rPr lang="en" sz="1800" u="sng">
                <a:solidFill>
                  <a:schemeClr val="hlink"/>
                </a:solidFill>
                <a:hlinkClick r:id="rId3"/>
              </a:rPr>
              <a:t>CC BY 4.0 International</a:t>
            </a:r>
            <a:endParaRPr sz="180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6"/>
          <p:cNvSpPr txBox="1"/>
          <p:nvPr>
            <p:ph idx="1" type="body"/>
          </p:nvPr>
        </p:nvSpPr>
        <p:spPr>
          <a:xfrm>
            <a:off x="274320" y="914400"/>
            <a:ext cx="8595300" cy="4114800"/>
          </a:xfrm>
          <a:prstGeom prst="rect">
            <a:avLst/>
          </a:prstGeom>
        </p:spPr>
        <p:txBody>
          <a:bodyPr anchorCtr="0" anchor="t" bIns="0" lIns="0" spcFirstLastPara="1" rIns="0" wrap="square" tIns="0">
            <a:normAutofit/>
          </a:bodyPr>
          <a:lstStyle/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AutoNum type="arabicPeriod"/>
            </a:pPr>
            <a:r>
              <a:rPr lang="en"/>
              <a:t>Team formation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AutoNum type="alphaLcPeriod"/>
            </a:pPr>
            <a:r>
              <a:rPr lang="en"/>
              <a:t>Student roles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AutoNum type="alphaLcPeriod"/>
            </a:pPr>
            <a:r>
              <a:rPr lang="en"/>
              <a:t>Team contract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AutoNum type="alphaLcPeriod"/>
            </a:pPr>
            <a:r>
              <a:rPr lang="en"/>
              <a:t>Team logo and T-shirt</a:t>
            </a:r>
            <a:endParaRPr/>
          </a:p>
          <a:p>
            <a:pPr indent="-342900" lvl="0" marL="457200" rtl="0" algn="l">
              <a:spcBef>
                <a:spcPts val="1000"/>
              </a:spcBef>
              <a:spcAft>
                <a:spcPts val="0"/>
              </a:spcAft>
              <a:buSzPts val="1800"/>
              <a:buAutoNum type="arabicPeriod"/>
            </a:pPr>
            <a:r>
              <a:rPr lang="en"/>
              <a:t>Project tools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AutoNum type="alphaLcPeriod"/>
            </a:pPr>
            <a:r>
              <a:rPr lang="en"/>
              <a:t>Planning document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AutoNum type="alphaLcPeriod"/>
            </a:pPr>
            <a:r>
              <a:rPr lang="en"/>
              <a:t>Feature board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AutoNum type="alphaLcPeriod"/>
            </a:pPr>
            <a:r>
              <a:rPr lang="en"/>
              <a:t>Code repository</a:t>
            </a:r>
            <a:endParaRPr/>
          </a:p>
          <a:p>
            <a:pPr indent="-342900" lvl="0" marL="457200" rtl="0" algn="l">
              <a:spcBef>
                <a:spcPts val="1000"/>
              </a:spcBef>
              <a:spcAft>
                <a:spcPts val="0"/>
              </a:spcAft>
              <a:buSzPts val="1800"/>
              <a:buAutoNum type="arabicPeriod"/>
            </a:pPr>
            <a:r>
              <a:rPr lang="en"/>
              <a:t>Team coordination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AutoNum type="alphaLcPeriod"/>
            </a:pPr>
            <a:r>
              <a:rPr lang="en"/>
              <a:t>Imp-squared backlog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AutoNum type="alphaLcPeriod"/>
            </a:pPr>
            <a:r>
              <a:rPr lang="en"/>
              <a:t>Stand-up emails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AutoNum type="alphaLcPeriod"/>
            </a:pPr>
            <a:r>
              <a:rPr lang="en"/>
              <a:t>Happiness index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120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6"/>
          <p:cNvSpPr txBox="1"/>
          <p:nvPr>
            <p:ph type="title"/>
          </p:nvPr>
        </p:nvSpPr>
        <p:spPr>
          <a:xfrm>
            <a:off x="0" y="0"/>
            <a:ext cx="9144000" cy="685800"/>
          </a:xfrm>
          <a:prstGeom prst="rect">
            <a:avLst/>
          </a:prstGeom>
        </p:spPr>
        <p:txBody>
          <a:bodyPr anchorCtr="0" anchor="ctr" bIns="91425" lIns="274300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Agenda</a:t>
            </a:r>
            <a:endParaRPr/>
          </a:p>
        </p:txBody>
      </p:sp>
      <p:sp>
        <p:nvSpPr>
          <p:cNvPr id="101" name="Google Shape;101;p16"/>
          <p:cNvSpPr txBox="1"/>
          <p:nvPr>
            <p:ph idx="12" type="sldNum"/>
          </p:nvPr>
        </p:nvSpPr>
        <p:spPr>
          <a:xfrm>
            <a:off x="7315202" y="4416550"/>
            <a:ext cx="1828800" cy="7314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>
                <a:solidFill>
                  <a:schemeClr val="dk1"/>
                </a:solidFill>
              </a:rPr>
              <a:t>‹#›</a:t>
            </a:fld>
            <a:endParaRPr>
              <a:solidFill>
                <a:schemeClr val="dk1"/>
              </a:solidFill>
            </a:endParaRPr>
          </a:p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en" sz="900" u="sng">
                <a:solidFill>
                  <a:schemeClr val="hlink"/>
                </a:solidFill>
                <a:hlinkClick r:id="rId3"/>
              </a:rPr>
              <a:t>https://oss.cs.fau.de</a:t>
            </a:r>
            <a:r>
              <a:rPr b="0" lang="en" sz="900"/>
              <a:t> </a:t>
            </a:r>
            <a:endParaRPr b="0" sz="9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5" name="Shape 10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6" name="Google Shape;106;p17"/>
          <p:cNvSpPr txBox="1"/>
          <p:nvPr>
            <p:ph type="title"/>
          </p:nvPr>
        </p:nvSpPr>
        <p:spPr>
          <a:xfrm>
            <a:off x="0" y="0"/>
            <a:ext cx="9144000" cy="685800"/>
          </a:xfrm>
          <a:prstGeom prst="rect">
            <a:avLst/>
          </a:prstGeom>
        </p:spPr>
        <p:txBody>
          <a:bodyPr anchorCtr="0" anchor="ctr" bIns="0" lIns="27430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Instructions and Deliverables</a:t>
            </a:r>
            <a:endParaRPr/>
          </a:p>
        </p:txBody>
      </p:sp>
      <p:sp>
        <p:nvSpPr>
          <p:cNvPr id="107" name="Google Shape;107;p17"/>
          <p:cNvSpPr txBox="1"/>
          <p:nvPr>
            <p:ph idx="12" type="sldNum"/>
          </p:nvPr>
        </p:nvSpPr>
        <p:spPr>
          <a:xfrm>
            <a:off x="7315202" y="4416550"/>
            <a:ext cx="1828800" cy="7314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>
                <a:solidFill>
                  <a:schemeClr val="dk1"/>
                </a:solidFill>
              </a:rPr>
              <a:t>‹#›</a:t>
            </a:fld>
            <a:endParaRPr>
              <a:solidFill>
                <a:schemeClr val="dk1"/>
              </a:solidFill>
            </a:endParaRPr>
          </a:p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en" sz="900" u="sng">
                <a:solidFill>
                  <a:schemeClr val="hlink"/>
                </a:solidFill>
                <a:hlinkClick r:id="rId3"/>
              </a:rPr>
              <a:t>https://oss.cs.fau.de</a:t>
            </a:r>
            <a:r>
              <a:rPr b="0" lang="en" sz="900"/>
              <a:t> </a:t>
            </a:r>
            <a:endParaRPr/>
          </a:p>
        </p:txBody>
      </p:sp>
      <p:pic>
        <p:nvPicPr>
          <p:cNvPr id="108" name="Google Shape;108;p17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731520"/>
            <a:ext cx="9144001" cy="39319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8"/>
          <p:cNvSpPr txBox="1"/>
          <p:nvPr>
            <p:ph type="title"/>
          </p:nvPr>
        </p:nvSpPr>
        <p:spPr>
          <a:xfrm>
            <a:off x="0" y="-7"/>
            <a:ext cx="9144000" cy="2386500"/>
          </a:xfrm>
          <a:prstGeom prst="rect">
            <a:avLst/>
          </a:prstGeom>
        </p:spPr>
        <p:txBody>
          <a:bodyPr anchorCtr="0" anchor="b" bIns="274300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1. Student Roles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19"/>
          <p:cNvSpPr txBox="1"/>
          <p:nvPr>
            <p:ph type="title"/>
          </p:nvPr>
        </p:nvSpPr>
        <p:spPr>
          <a:xfrm>
            <a:off x="0" y="0"/>
            <a:ext cx="9144000" cy="685800"/>
          </a:xfrm>
          <a:prstGeom prst="rect">
            <a:avLst/>
          </a:prstGeom>
        </p:spPr>
        <p:txBody>
          <a:bodyPr anchorCtr="0" anchor="ctr" bIns="0" lIns="27430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The AMOS Scrum Team</a:t>
            </a:r>
            <a:endParaRPr/>
          </a:p>
        </p:txBody>
      </p:sp>
      <p:sp>
        <p:nvSpPr>
          <p:cNvPr id="119" name="Google Shape;119;p19"/>
          <p:cNvSpPr txBox="1"/>
          <p:nvPr>
            <p:ph idx="12" type="sldNum"/>
          </p:nvPr>
        </p:nvSpPr>
        <p:spPr>
          <a:xfrm>
            <a:off x="7315202" y="4416550"/>
            <a:ext cx="1828800" cy="7314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en" sz="900" u="sng">
                <a:solidFill>
                  <a:schemeClr val="hlink"/>
                </a:solidFill>
                <a:hlinkClick r:id="rId3"/>
              </a:rPr>
              <a:t>https://uni1.de/amos</a:t>
            </a:r>
            <a:r>
              <a:rPr b="0" lang="en" sz="900">
                <a:solidFill>
                  <a:schemeClr val="dk2"/>
                </a:solidFill>
              </a:rPr>
              <a:t> </a:t>
            </a:r>
            <a:endParaRPr>
              <a:solidFill>
                <a:schemeClr val="dk2"/>
              </a:solidFill>
            </a:endParaRPr>
          </a:p>
        </p:txBody>
      </p:sp>
      <p:pic>
        <p:nvPicPr>
          <p:cNvPr id="120" name="Google Shape;120;p19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731520"/>
            <a:ext cx="9144001" cy="39319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20"/>
          <p:cNvSpPr txBox="1"/>
          <p:nvPr>
            <p:ph idx="1" type="body"/>
          </p:nvPr>
        </p:nvSpPr>
        <p:spPr>
          <a:xfrm>
            <a:off x="274320" y="914400"/>
            <a:ext cx="8595300" cy="41148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"/>
              <a:t>Product owner</a:t>
            </a:r>
            <a:endParaRPr b="1"/>
          </a:p>
          <a:p>
            <a:pPr indent="-342900" lvl="0" marL="457200" rtl="0" algn="l">
              <a:spcBef>
                <a:spcPts val="12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Holds overall responsibility that the software is valuable (to customers)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b="1" lang="en"/>
              <a:t>Software developer</a:t>
            </a:r>
            <a:endParaRPr b="1"/>
          </a:p>
          <a:p>
            <a:pPr indent="-342900" lvl="0" marL="457200" rtl="0" algn="l">
              <a:spcBef>
                <a:spcPts val="12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Holds overall responsibility for design and implementation of the software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b="1" lang="en"/>
              <a:t>Scrum Master</a:t>
            </a:r>
            <a:endParaRPr b="1"/>
          </a:p>
          <a:p>
            <a:pPr indent="-342900" lvl="0" marL="457200" rtl="0" algn="l">
              <a:spcBef>
                <a:spcPts val="12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Holds overall responsibility for continuous process improvement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120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20"/>
          <p:cNvSpPr txBox="1"/>
          <p:nvPr>
            <p:ph type="title"/>
          </p:nvPr>
        </p:nvSpPr>
        <p:spPr>
          <a:xfrm>
            <a:off x="0" y="0"/>
            <a:ext cx="9144000" cy="685800"/>
          </a:xfrm>
          <a:prstGeom prst="rect">
            <a:avLst/>
          </a:prstGeom>
        </p:spPr>
        <p:txBody>
          <a:bodyPr anchorCtr="0" anchor="ctr" bIns="91425" lIns="274300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Scrum Roles</a:t>
            </a:r>
            <a:endParaRPr/>
          </a:p>
        </p:txBody>
      </p:sp>
      <p:sp>
        <p:nvSpPr>
          <p:cNvPr id="127" name="Google Shape;127;p20"/>
          <p:cNvSpPr txBox="1"/>
          <p:nvPr>
            <p:ph idx="12" type="sldNum"/>
          </p:nvPr>
        </p:nvSpPr>
        <p:spPr>
          <a:xfrm>
            <a:off x="7315202" y="4416550"/>
            <a:ext cx="1828800" cy="7314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>
                <a:solidFill>
                  <a:schemeClr val="dk1"/>
                </a:solidFill>
              </a:rPr>
              <a:t>‹#›</a:t>
            </a:fld>
            <a:endParaRPr>
              <a:solidFill>
                <a:schemeClr val="dk1"/>
              </a:solidFill>
            </a:endParaRPr>
          </a:p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en" sz="900" u="sng">
                <a:solidFill>
                  <a:schemeClr val="hlink"/>
                </a:solidFill>
                <a:hlinkClick r:id="rId3"/>
              </a:rPr>
              <a:t>https://oss.cs.fau.de</a:t>
            </a:r>
            <a:r>
              <a:rPr b="0" lang="en" sz="900"/>
              <a:t> </a:t>
            </a:r>
            <a:endParaRPr b="0" sz="90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1" name="Shape 1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2" name="Google Shape;132;p21"/>
          <p:cNvSpPr txBox="1"/>
          <p:nvPr>
            <p:ph type="title"/>
          </p:nvPr>
        </p:nvSpPr>
        <p:spPr>
          <a:xfrm>
            <a:off x="0" y="0"/>
            <a:ext cx="9144000" cy="685800"/>
          </a:xfrm>
          <a:prstGeom prst="rect">
            <a:avLst/>
          </a:prstGeom>
        </p:spPr>
        <p:txBody>
          <a:bodyPr anchorCtr="0" anchor="ctr" bIns="91425" lIns="274300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Additional Roles</a:t>
            </a:r>
            <a:endParaRPr/>
          </a:p>
        </p:txBody>
      </p:sp>
      <p:sp>
        <p:nvSpPr>
          <p:cNvPr id="133" name="Google Shape;133;p21"/>
          <p:cNvSpPr txBox="1"/>
          <p:nvPr>
            <p:ph idx="1" type="body"/>
          </p:nvPr>
        </p:nvSpPr>
        <p:spPr>
          <a:xfrm>
            <a:off x="274320" y="914400"/>
            <a:ext cx="8595300" cy="41148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"/>
              <a:t>Release manager</a:t>
            </a:r>
            <a:endParaRPr b="1"/>
          </a:p>
          <a:p>
            <a:pPr indent="-342900" lvl="0" marL="457200" rtl="0" algn="l">
              <a:spcBef>
                <a:spcPts val="12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Holds overall responsibility that a demo is ready for review</a:t>
            </a:r>
            <a:endParaRPr/>
          </a:p>
        </p:txBody>
      </p:sp>
      <p:sp>
        <p:nvSpPr>
          <p:cNvPr id="134" name="Google Shape;134;p21"/>
          <p:cNvSpPr txBox="1"/>
          <p:nvPr>
            <p:ph idx="12" type="sldNum"/>
          </p:nvPr>
        </p:nvSpPr>
        <p:spPr>
          <a:xfrm>
            <a:off x="7315202" y="4416550"/>
            <a:ext cx="1828800" cy="7314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>
                <a:solidFill>
                  <a:schemeClr val="dk1"/>
                </a:solidFill>
              </a:rPr>
              <a:t>‹#›</a:t>
            </a:fld>
            <a:endParaRPr>
              <a:solidFill>
                <a:schemeClr val="dk1"/>
              </a:solidFill>
            </a:endParaRPr>
          </a:p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en" sz="900" u="sng">
                <a:solidFill>
                  <a:schemeClr val="hlink"/>
                </a:solidFill>
                <a:hlinkClick r:id="rId3"/>
              </a:rPr>
              <a:t>https://oss.cs.fau.de</a:t>
            </a:r>
            <a:r>
              <a:rPr b="0" lang="en" sz="900"/>
              <a:t> </a:t>
            </a:r>
            <a:endParaRPr b="0" sz="90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2"/>
          <p:cNvSpPr txBox="1"/>
          <p:nvPr>
            <p:ph type="title"/>
          </p:nvPr>
        </p:nvSpPr>
        <p:spPr>
          <a:xfrm>
            <a:off x="0" y="0"/>
            <a:ext cx="9144000" cy="685800"/>
          </a:xfrm>
          <a:prstGeom prst="rect">
            <a:avLst/>
          </a:prstGeom>
        </p:spPr>
        <p:txBody>
          <a:bodyPr anchorCtr="0" anchor="ctr" bIns="91425" lIns="274300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There is no Project Manager</a:t>
            </a:r>
            <a:endParaRPr/>
          </a:p>
        </p:txBody>
      </p:sp>
      <p:sp>
        <p:nvSpPr>
          <p:cNvPr id="140" name="Google Shape;140;p22"/>
          <p:cNvSpPr txBox="1"/>
          <p:nvPr>
            <p:ph idx="1" type="body"/>
          </p:nvPr>
        </p:nvSpPr>
        <p:spPr>
          <a:xfrm>
            <a:off x="274320" y="914400"/>
            <a:ext cx="8595300" cy="41148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Scrum teams are self-organizing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1200"/>
              </a:spcAft>
              <a:buNone/>
            </a:pPr>
            <a:r>
              <a:t/>
            </a:r>
            <a:endParaRPr/>
          </a:p>
        </p:txBody>
      </p:sp>
      <p:sp>
        <p:nvSpPr>
          <p:cNvPr id="141" name="Google Shape;141;p22"/>
          <p:cNvSpPr txBox="1"/>
          <p:nvPr>
            <p:ph idx="12" type="sldNum"/>
          </p:nvPr>
        </p:nvSpPr>
        <p:spPr>
          <a:xfrm>
            <a:off x="7315202" y="4416550"/>
            <a:ext cx="1828800" cy="7314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>
                <a:solidFill>
                  <a:schemeClr val="dk1"/>
                </a:solidFill>
              </a:rPr>
              <a:t>‹#›</a:t>
            </a:fld>
            <a:endParaRPr>
              <a:solidFill>
                <a:schemeClr val="dk1"/>
              </a:solidFill>
            </a:endParaRPr>
          </a:p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en" sz="900" u="sng">
                <a:solidFill>
                  <a:schemeClr val="hlink"/>
                </a:solidFill>
                <a:hlinkClick r:id="rId3"/>
              </a:rPr>
              <a:t>https://oss.cs.fau.de</a:t>
            </a:r>
            <a:r>
              <a:rPr b="0" lang="en" sz="900"/>
              <a:t> </a:t>
            </a:r>
            <a:endParaRPr b="0" sz="9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3"/>
          <p:cNvSpPr txBox="1"/>
          <p:nvPr>
            <p:ph type="title"/>
          </p:nvPr>
        </p:nvSpPr>
        <p:spPr>
          <a:xfrm>
            <a:off x="0" y="0"/>
            <a:ext cx="9144000" cy="685800"/>
          </a:xfrm>
          <a:prstGeom prst="rect">
            <a:avLst/>
          </a:prstGeom>
        </p:spPr>
        <p:txBody>
          <a:bodyPr anchorCtr="0" anchor="ctr" bIns="91425" lIns="274300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First Industry Partner Meeting</a:t>
            </a:r>
            <a:endParaRPr/>
          </a:p>
        </p:txBody>
      </p:sp>
      <p:sp>
        <p:nvSpPr>
          <p:cNvPr id="147" name="Google Shape;147;p23"/>
          <p:cNvSpPr txBox="1"/>
          <p:nvPr>
            <p:ph idx="1" type="body"/>
          </p:nvPr>
        </p:nvSpPr>
        <p:spPr>
          <a:xfrm>
            <a:off x="274320" y="914400"/>
            <a:ext cx="8595300" cy="41148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You should have a first meeting with your industry partner as soon as possible</a:t>
            </a:r>
            <a:endParaRPr/>
          </a:p>
          <a:p>
            <a:pPr indent="-342900" lvl="0" marL="457200" rtl="0" algn="l">
              <a:spcBef>
                <a:spcPts val="12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Team members in general participate to learn about project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Product owners participate to gather requirements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Software developers participate to ask technical questions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lang="en"/>
              <a:t>After the first team meeting you should still try to regularly meet the industry partner</a:t>
            </a:r>
            <a:endParaRPr/>
          </a:p>
          <a:p>
            <a:pPr indent="-342900" lvl="0" marL="457200" rtl="0" algn="l">
              <a:spcBef>
                <a:spcPts val="12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As many team members should participate as is sensible and possible</a:t>
            </a:r>
            <a:endParaRPr/>
          </a:p>
        </p:txBody>
      </p:sp>
      <p:sp>
        <p:nvSpPr>
          <p:cNvPr id="148" name="Google Shape;148;p23"/>
          <p:cNvSpPr txBox="1"/>
          <p:nvPr>
            <p:ph idx="12" type="sldNum"/>
          </p:nvPr>
        </p:nvSpPr>
        <p:spPr>
          <a:xfrm>
            <a:off x="7315202" y="4416550"/>
            <a:ext cx="1828800" cy="7314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>
                <a:solidFill>
                  <a:schemeClr val="dk1"/>
                </a:solidFill>
              </a:rPr>
              <a:t>‹#›</a:t>
            </a:fld>
            <a:endParaRPr>
              <a:solidFill>
                <a:schemeClr val="dk1"/>
              </a:solidFill>
            </a:endParaRPr>
          </a:p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en" sz="900" u="sng">
                <a:solidFill>
                  <a:schemeClr val="hlink"/>
                </a:solidFill>
                <a:hlinkClick r:id="rId3"/>
              </a:rPr>
              <a:t>https://oss.cs.fau.de</a:t>
            </a:r>
            <a:r>
              <a:rPr b="0" lang="en" sz="900"/>
              <a:t> </a:t>
            </a:r>
            <a:endParaRPr b="0" sz="90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4"/>
          <p:cNvSpPr txBox="1"/>
          <p:nvPr>
            <p:ph type="title"/>
          </p:nvPr>
        </p:nvSpPr>
        <p:spPr>
          <a:xfrm>
            <a:off x="0" y="-7"/>
            <a:ext cx="9144000" cy="2386500"/>
          </a:xfrm>
          <a:prstGeom prst="rect">
            <a:avLst/>
          </a:prstGeom>
        </p:spPr>
        <p:txBody>
          <a:bodyPr anchorCtr="0" anchor="b" bIns="274300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2. Team Contract</a:t>
            </a:r>
            <a:endParaRPr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25"/>
          <p:cNvSpPr txBox="1"/>
          <p:nvPr>
            <p:ph idx="1" type="body"/>
          </p:nvPr>
        </p:nvSpPr>
        <p:spPr>
          <a:xfrm>
            <a:off x="274320" y="914400"/>
            <a:ext cx="8595300" cy="41148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A team contract is </a:t>
            </a:r>
            <a:endParaRPr/>
          </a:p>
          <a:p>
            <a:pPr indent="-342900" lvl="0" marL="457200" rtl="0" algn="l">
              <a:spcBef>
                <a:spcPts val="12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A contract between team members on how to conduct the project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lang="en"/>
              <a:t>Its main components are</a:t>
            </a:r>
            <a:endParaRPr/>
          </a:p>
          <a:p>
            <a:pPr indent="-342900" lvl="0" marL="457200" rtl="0" algn="l">
              <a:spcBef>
                <a:spcPts val="12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Goals and rewards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Norms and sanctions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120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25"/>
          <p:cNvSpPr txBox="1"/>
          <p:nvPr>
            <p:ph type="title"/>
          </p:nvPr>
        </p:nvSpPr>
        <p:spPr>
          <a:xfrm>
            <a:off x="0" y="0"/>
            <a:ext cx="9144000" cy="685800"/>
          </a:xfrm>
          <a:prstGeom prst="rect">
            <a:avLst/>
          </a:prstGeom>
        </p:spPr>
        <p:txBody>
          <a:bodyPr anchorCtr="0" anchor="ctr" bIns="91425" lIns="274300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Team Contract</a:t>
            </a:r>
            <a:endParaRPr/>
          </a:p>
        </p:txBody>
      </p:sp>
      <p:sp>
        <p:nvSpPr>
          <p:cNvPr id="160" name="Google Shape;160;p25"/>
          <p:cNvSpPr txBox="1"/>
          <p:nvPr>
            <p:ph idx="12" type="sldNum"/>
          </p:nvPr>
        </p:nvSpPr>
        <p:spPr>
          <a:xfrm>
            <a:off x="7315202" y="4416550"/>
            <a:ext cx="1828800" cy="7314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>
                <a:solidFill>
                  <a:schemeClr val="dk1"/>
                </a:solidFill>
              </a:rPr>
              <a:t>‹#›</a:t>
            </a:fld>
            <a:endParaRPr>
              <a:solidFill>
                <a:schemeClr val="dk1"/>
              </a:solidFill>
            </a:endParaRPr>
          </a:p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en" sz="900" u="sng">
                <a:solidFill>
                  <a:schemeClr val="hlink"/>
                </a:solidFill>
                <a:hlinkClick r:id="rId3"/>
              </a:rPr>
              <a:t>https://oss.cs.fau.de</a:t>
            </a:r>
            <a:r>
              <a:rPr b="0" lang="en" sz="900"/>
              <a:t> </a:t>
            </a:r>
            <a:endParaRPr b="0" sz="9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26"/>
          <p:cNvSpPr txBox="1"/>
          <p:nvPr>
            <p:ph type="title"/>
          </p:nvPr>
        </p:nvSpPr>
        <p:spPr>
          <a:xfrm>
            <a:off x="0" y="0"/>
            <a:ext cx="9144000" cy="685800"/>
          </a:xfrm>
          <a:prstGeom prst="rect">
            <a:avLst/>
          </a:prstGeom>
        </p:spPr>
        <p:txBody>
          <a:bodyPr anchorCtr="0" anchor="ctr" bIns="91425" lIns="274300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Goals and Rewards</a:t>
            </a:r>
            <a:endParaRPr/>
          </a:p>
        </p:txBody>
      </p:sp>
      <p:sp>
        <p:nvSpPr>
          <p:cNvPr id="166" name="Google Shape;166;p26"/>
          <p:cNvSpPr txBox="1"/>
          <p:nvPr>
            <p:ph idx="1" type="body"/>
          </p:nvPr>
        </p:nvSpPr>
        <p:spPr>
          <a:xfrm>
            <a:off x="274320" y="914400"/>
            <a:ext cx="8595300" cy="41148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Goals are what the team hopes to achieve; there are several categories:</a:t>
            </a:r>
            <a:endParaRPr/>
          </a:p>
          <a:p>
            <a:pPr indent="-342900" lvl="0" marL="457200" rtl="0" algn="l">
              <a:spcBef>
                <a:spcPts val="12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Learning objectives, for example,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To ensure that all team members understand the course material</a:t>
            </a:r>
            <a:endParaRPr/>
          </a:p>
          <a:p>
            <a:pPr indent="-342900" lvl="0" marL="457200" rtl="0" algn="l">
              <a:spcBef>
                <a:spcPts val="10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Interpersonal relationship objectives, for example,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To foster an atmosphere of mutual respect and learning</a:t>
            </a:r>
            <a:endParaRPr/>
          </a:p>
          <a:p>
            <a:pPr indent="-342900" lvl="0" marL="457200" rtl="0" algn="l">
              <a:spcBef>
                <a:spcPts val="10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Functional objectives, for example,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To have efficient team meetings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lang="en"/>
              <a:t>Rewards are how you celebrate </a:t>
            </a:r>
            <a:r>
              <a:rPr lang="en"/>
              <a:t>intermediate</a:t>
            </a:r>
            <a:r>
              <a:rPr lang="en"/>
              <a:t> or final achievements</a:t>
            </a:r>
            <a:endParaRPr/>
          </a:p>
          <a:p>
            <a:pPr indent="-342900" lvl="0" marL="457200" rtl="0" algn="l">
              <a:spcBef>
                <a:spcPts val="12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Let’s have cake!</a:t>
            </a:r>
            <a:endParaRPr/>
          </a:p>
        </p:txBody>
      </p:sp>
      <p:sp>
        <p:nvSpPr>
          <p:cNvPr id="167" name="Google Shape;167;p26"/>
          <p:cNvSpPr txBox="1"/>
          <p:nvPr>
            <p:ph idx="12" type="sldNum"/>
          </p:nvPr>
        </p:nvSpPr>
        <p:spPr>
          <a:xfrm>
            <a:off x="7315202" y="4416550"/>
            <a:ext cx="1828800" cy="7314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>
                <a:solidFill>
                  <a:schemeClr val="dk1"/>
                </a:solidFill>
              </a:rPr>
              <a:t>‹#›</a:t>
            </a:fld>
            <a:endParaRPr>
              <a:solidFill>
                <a:schemeClr val="dk1"/>
              </a:solidFill>
            </a:endParaRPr>
          </a:p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en" sz="900" u="sng">
                <a:solidFill>
                  <a:schemeClr val="hlink"/>
                </a:solidFill>
                <a:hlinkClick r:id="rId3"/>
              </a:rPr>
              <a:t>https://oss.cs.fau.de</a:t>
            </a:r>
            <a:r>
              <a:rPr b="0" lang="en" sz="900"/>
              <a:t> </a:t>
            </a:r>
            <a:endParaRPr b="0" sz="90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71" name="Shape 1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2" name="Google Shape;172;p27"/>
          <p:cNvSpPr txBox="1"/>
          <p:nvPr>
            <p:ph type="title"/>
          </p:nvPr>
        </p:nvSpPr>
        <p:spPr>
          <a:xfrm>
            <a:off x="0" y="0"/>
            <a:ext cx="9144000" cy="685800"/>
          </a:xfrm>
          <a:prstGeom prst="rect">
            <a:avLst/>
          </a:prstGeom>
        </p:spPr>
        <p:txBody>
          <a:bodyPr anchorCtr="0" anchor="ctr" bIns="91425" lIns="274300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Norms and Sanctions</a:t>
            </a:r>
            <a:endParaRPr/>
          </a:p>
        </p:txBody>
      </p:sp>
      <p:sp>
        <p:nvSpPr>
          <p:cNvPr id="173" name="Google Shape;173;p27"/>
          <p:cNvSpPr txBox="1"/>
          <p:nvPr>
            <p:ph idx="1" type="body"/>
          </p:nvPr>
        </p:nvSpPr>
        <p:spPr>
          <a:xfrm>
            <a:off x="274320" y="914400"/>
            <a:ext cx="8595300" cy="41148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Norms are rules for expected behavior; there are several categories:</a:t>
            </a:r>
            <a:endParaRPr/>
          </a:p>
          <a:p>
            <a:pPr indent="-342900" lvl="0" marL="457200" rtl="0" algn="l">
              <a:spcBef>
                <a:spcPts val="12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Meeting norms, for example,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Is being late to a team meeting acceptable?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Working norms, for example,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How will we make decisions?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Coordination norms, for example,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Who keeps meetings on track?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Communication norms, for example,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How to communicate outside of team meetings?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lang="en"/>
              <a:t>Sanctions are what to do if norms are violated</a:t>
            </a:r>
            <a:endParaRPr/>
          </a:p>
          <a:p>
            <a:pPr indent="-342900" lvl="0" marL="457200" rtl="0" algn="l">
              <a:spcBef>
                <a:spcPts val="12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Sing a song to the team or do ten push-ups</a:t>
            </a:r>
            <a:endParaRPr/>
          </a:p>
        </p:txBody>
      </p:sp>
      <p:sp>
        <p:nvSpPr>
          <p:cNvPr id="174" name="Google Shape;174;p27"/>
          <p:cNvSpPr txBox="1"/>
          <p:nvPr>
            <p:ph idx="12" type="sldNum"/>
          </p:nvPr>
        </p:nvSpPr>
        <p:spPr>
          <a:xfrm>
            <a:off x="7315202" y="4416550"/>
            <a:ext cx="1828800" cy="7314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>
                <a:solidFill>
                  <a:schemeClr val="dk1"/>
                </a:solidFill>
              </a:rPr>
              <a:t>‹#›</a:t>
            </a:fld>
            <a:endParaRPr>
              <a:solidFill>
                <a:schemeClr val="dk1"/>
              </a:solidFill>
            </a:endParaRPr>
          </a:p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en" sz="900" u="sng">
                <a:solidFill>
                  <a:schemeClr val="hlink"/>
                </a:solidFill>
                <a:hlinkClick r:id="rId3"/>
              </a:rPr>
              <a:t>https://oss.cs.fau.de</a:t>
            </a:r>
            <a:r>
              <a:rPr b="0" lang="en" sz="900"/>
              <a:t> </a:t>
            </a:r>
            <a:endParaRPr b="0" sz="90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8"/>
          <p:cNvSpPr txBox="1"/>
          <p:nvPr>
            <p:ph type="title"/>
          </p:nvPr>
        </p:nvSpPr>
        <p:spPr>
          <a:xfrm>
            <a:off x="0" y="0"/>
            <a:ext cx="9144000" cy="685800"/>
          </a:xfrm>
          <a:prstGeom prst="rect">
            <a:avLst/>
          </a:prstGeom>
        </p:spPr>
        <p:txBody>
          <a:bodyPr anchorCtr="0" anchor="ctr" bIns="91425" lIns="274300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One-Time Deliverable: Team Contract</a:t>
            </a:r>
            <a:endParaRPr/>
          </a:p>
        </p:txBody>
      </p:sp>
      <p:sp>
        <p:nvSpPr>
          <p:cNvPr id="180" name="Google Shape;180;p28"/>
          <p:cNvSpPr txBox="1"/>
          <p:nvPr>
            <p:ph idx="1" type="body"/>
          </p:nvPr>
        </p:nvSpPr>
        <p:spPr>
          <a:xfrm>
            <a:off x="274320" y="914400"/>
            <a:ext cx="8595300" cy="41148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Please discuss and agree on a team contract (in planning document)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1200"/>
              </a:spcAft>
              <a:buNone/>
            </a:pPr>
            <a:r>
              <a:rPr lang="en"/>
              <a:t>Try to finish this during the first team meeting</a:t>
            </a:r>
            <a:endParaRPr/>
          </a:p>
        </p:txBody>
      </p:sp>
      <p:sp>
        <p:nvSpPr>
          <p:cNvPr id="181" name="Google Shape;181;p28"/>
          <p:cNvSpPr txBox="1"/>
          <p:nvPr>
            <p:ph idx="12" type="sldNum"/>
          </p:nvPr>
        </p:nvSpPr>
        <p:spPr>
          <a:xfrm>
            <a:off x="7315202" y="4416550"/>
            <a:ext cx="1828800" cy="7314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>
                <a:solidFill>
                  <a:schemeClr val="dk1"/>
                </a:solidFill>
              </a:rPr>
              <a:t>‹#›</a:t>
            </a:fld>
            <a:endParaRPr>
              <a:solidFill>
                <a:schemeClr val="dk1"/>
              </a:solidFill>
            </a:endParaRPr>
          </a:p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en" sz="900" u="sng">
                <a:solidFill>
                  <a:schemeClr val="hlink"/>
                </a:solidFill>
                <a:hlinkClick r:id="rId3"/>
              </a:rPr>
              <a:t>https://oss.cs.fau.de</a:t>
            </a:r>
            <a:r>
              <a:rPr b="0" lang="en" sz="900"/>
              <a:t> </a:t>
            </a:r>
            <a:endParaRPr b="0" sz="9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9"/>
          <p:cNvSpPr txBox="1"/>
          <p:nvPr>
            <p:ph type="title"/>
          </p:nvPr>
        </p:nvSpPr>
        <p:spPr>
          <a:xfrm>
            <a:off x="0" y="-7"/>
            <a:ext cx="9144000" cy="2386500"/>
          </a:xfrm>
          <a:prstGeom prst="rect">
            <a:avLst/>
          </a:prstGeom>
        </p:spPr>
        <p:txBody>
          <a:bodyPr anchorCtr="0" anchor="b" bIns="274300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3. Team Logo and T-shirt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90" name="Shape 1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1" name="Google Shape;191;p30"/>
          <p:cNvSpPr txBox="1"/>
          <p:nvPr>
            <p:ph type="title"/>
          </p:nvPr>
        </p:nvSpPr>
        <p:spPr>
          <a:xfrm>
            <a:off x="0" y="0"/>
            <a:ext cx="9144000" cy="685800"/>
          </a:xfrm>
          <a:prstGeom prst="rect">
            <a:avLst/>
          </a:prstGeom>
        </p:spPr>
        <p:txBody>
          <a:bodyPr anchorCtr="0" anchor="ctr" bIns="91425" lIns="274300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Team Logo</a:t>
            </a:r>
            <a:endParaRPr/>
          </a:p>
        </p:txBody>
      </p:sp>
      <p:sp>
        <p:nvSpPr>
          <p:cNvPr id="192" name="Google Shape;192;p30"/>
          <p:cNvSpPr txBox="1"/>
          <p:nvPr>
            <p:ph idx="1" type="body"/>
          </p:nvPr>
        </p:nvSpPr>
        <p:spPr>
          <a:xfrm>
            <a:off x="274320" y="914400"/>
            <a:ext cx="8595300" cy="41148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A team logo is just that, a logo that</a:t>
            </a:r>
            <a:endParaRPr/>
          </a:p>
          <a:p>
            <a:pPr indent="-342900" lvl="0" marL="457200" rtl="0" algn="l">
              <a:spcBef>
                <a:spcPts val="12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Represents your team and project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lang="en"/>
              <a:t>The logo will be used in different places</a:t>
            </a:r>
            <a:endParaRPr/>
          </a:p>
          <a:p>
            <a:pPr indent="-342900" lvl="0" marL="457200" rtl="0" algn="l">
              <a:spcBef>
                <a:spcPts val="12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On your team T-shirt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In the GitHub documentation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In your final demo and report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Wherever you see fit</a:t>
            </a:r>
            <a:endParaRPr/>
          </a:p>
        </p:txBody>
      </p:sp>
      <p:sp>
        <p:nvSpPr>
          <p:cNvPr id="193" name="Google Shape;193;p30"/>
          <p:cNvSpPr txBox="1"/>
          <p:nvPr>
            <p:ph idx="12" type="sldNum"/>
          </p:nvPr>
        </p:nvSpPr>
        <p:spPr>
          <a:xfrm>
            <a:off x="7315202" y="4416550"/>
            <a:ext cx="1828800" cy="7314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>
                <a:solidFill>
                  <a:schemeClr val="dk1"/>
                </a:solidFill>
              </a:rPr>
              <a:t>‹#›</a:t>
            </a:fld>
            <a:endParaRPr>
              <a:solidFill>
                <a:schemeClr val="dk1"/>
              </a:solidFill>
            </a:endParaRPr>
          </a:p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en" sz="900" u="sng">
                <a:solidFill>
                  <a:schemeClr val="hlink"/>
                </a:solidFill>
                <a:hlinkClick r:id="rId3"/>
              </a:rPr>
              <a:t>https://oss.cs.fau.de</a:t>
            </a:r>
            <a:r>
              <a:rPr b="0" lang="en" sz="900"/>
              <a:t> </a:t>
            </a:r>
            <a:endParaRPr b="0" sz="900"/>
          </a:p>
        </p:txBody>
      </p:sp>
      <p:pic>
        <p:nvPicPr>
          <p:cNvPr id="194" name="Google Shape;194;p30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5212025" y="914400"/>
            <a:ext cx="3657600" cy="3657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31"/>
          <p:cNvSpPr txBox="1"/>
          <p:nvPr>
            <p:ph type="title"/>
          </p:nvPr>
        </p:nvSpPr>
        <p:spPr>
          <a:xfrm>
            <a:off x="0" y="0"/>
            <a:ext cx="9144000" cy="685800"/>
          </a:xfrm>
          <a:prstGeom prst="rect">
            <a:avLst/>
          </a:prstGeom>
        </p:spPr>
        <p:txBody>
          <a:bodyPr anchorCtr="0" anchor="ctr" bIns="91425" lIns="274300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Team Logo Design</a:t>
            </a:r>
            <a:endParaRPr/>
          </a:p>
        </p:txBody>
      </p:sp>
      <p:sp>
        <p:nvSpPr>
          <p:cNvPr id="200" name="Google Shape;200;p31"/>
          <p:cNvSpPr txBox="1"/>
          <p:nvPr>
            <p:ph idx="1" type="body"/>
          </p:nvPr>
        </p:nvSpPr>
        <p:spPr>
          <a:xfrm>
            <a:off x="274320" y="914400"/>
            <a:ext cx="8595300" cy="41148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Get started with collaboratively designing the team logo during the team meeting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lang="en"/>
              <a:t>Continue on your self-chosen communication channels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1200"/>
              </a:spcAft>
              <a:buNone/>
            </a:pPr>
            <a:r>
              <a:rPr lang="en"/>
              <a:t>Final execution (graphics) may be delegated to one person</a:t>
            </a:r>
            <a:endParaRPr/>
          </a:p>
        </p:txBody>
      </p:sp>
      <p:sp>
        <p:nvSpPr>
          <p:cNvPr id="201" name="Google Shape;201;p31"/>
          <p:cNvSpPr txBox="1"/>
          <p:nvPr>
            <p:ph idx="12" type="sldNum"/>
          </p:nvPr>
        </p:nvSpPr>
        <p:spPr>
          <a:xfrm>
            <a:off x="7315202" y="4416550"/>
            <a:ext cx="1828800" cy="7314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>
                <a:solidFill>
                  <a:schemeClr val="dk1"/>
                </a:solidFill>
              </a:rPr>
              <a:t>‹#›</a:t>
            </a:fld>
            <a:endParaRPr>
              <a:solidFill>
                <a:schemeClr val="dk1"/>
              </a:solidFill>
            </a:endParaRPr>
          </a:p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en" sz="900" u="sng">
                <a:solidFill>
                  <a:schemeClr val="hlink"/>
                </a:solidFill>
                <a:hlinkClick r:id="rId3"/>
              </a:rPr>
              <a:t>https://oss.cs.fau.de</a:t>
            </a:r>
            <a:r>
              <a:rPr b="0" lang="en" sz="900"/>
              <a:t> </a:t>
            </a:r>
            <a:endParaRPr b="0" sz="9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05" name="Shape 20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6" name="Google Shape;206;p32"/>
          <p:cNvSpPr txBox="1"/>
          <p:nvPr>
            <p:ph type="title"/>
          </p:nvPr>
        </p:nvSpPr>
        <p:spPr>
          <a:xfrm>
            <a:off x="0" y="0"/>
            <a:ext cx="9144000" cy="685800"/>
          </a:xfrm>
          <a:prstGeom prst="rect">
            <a:avLst/>
          </a:prstGeom>
        </p:spPr>
        <p:txBody>
          <a:bodyPr anchorCtr="0" anchor="ctr" bIns="91425" lIns="274300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Team T-shirt</a:t>
            </a:r>
            <a:endParaRPr/>
          </a:p>
        </p:txBody>
      </p:sp>
      <p:sp>
        <p:nvSpPr>
          <p:cNvPr id="207" name="Google Shape;207;p32"/>
          <p:cNvSpPr txBox="1"/>
          <p:nvPr>
            <p:ph idx="1" type="body"/>
          </p:nvPr>
        </p:nvSpPr>
        <p:spPr>
          <a:xfrm>
            <a:off x="274320" y="914400"/>
            <a:ext cx="8595300" cy="41148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Create a team T-shirt design using your logo</a:t>
            </a:r>
            <a:endParaRPr/>
          </a:p>
          <a:p>
            <a:pPr indent="-342900" lvl="0" marL="457200" rtl="0" algn="l">
              <a:spcBef>
                <a:spcPts val="12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You can add your logo and one text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lang="en"/>
              <a:t>S</a:t>
            </a:r>
            <a:r>
              <a:rPr lang="en"/>
              <a:t>ubmit your team T-shirt preferences</a:t>
            </a:r>
            <a:endParaRPr/>
          </a:p>
          <a:p>
            <a:pPr indent="-342900" lvl="0" marL="457200" rtl="0" algn="l">
              <a:spcBef>
                <a:spcPts val="12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Color, size, form</a:t>
            </a:r>
            <a:endParaRPr/>
          </a:p>
        </p:txBody>
      </p:sp>
      <p:sp>
        <p:nvSpPr>
          <p:cNvPr id="208" name="Google Shape;208;p32"/>
          <p:cNvSpPr txBox="1"/>
          <p:nvPr>
            <p:ph idx="12" type="sldNum"/>
          </p:nvPr>
        </p:nvSpPr>
        <p:spPr>
          <a:xfrm>
            <a:off x="7315202" y="4416550"/>
            <a:ext cx="1828800" cy="7314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>
                <a:solidFill>
                  <a:schemeClr val="dk1"/>
                </a:solidFill>
              </a:rPr>
              <a:t>‹#›</a:t>
            </a:fld>
            <a:endParaRPr>
              <a:solidFill>
                <a:schemeClr val="dk1"/>
              </a:solidFill>
            </a:endParaRPr>
          </a:p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en" sz="900" u="sng">
                <a:solidFill>
                  <a:schemeClr val="hlink"/>
                </a:solidFill>
                <a:hlinkClick r:id="rId3"/>
              </a:rPr>
              <a:t>https://oss.cs.fau.de</a:t>
            </a:r>
            <a:r>
              <a:rPr b="0" lang="en" sz="900"/>
              <a:t> </a:t>
            </a:r>
            <a:endParaRPr b="0" sz="900"/>
          </a:p>
        </p:txBody>
      </p:sp>
      <p:pic>
        <p:nvPicPr>
          <p:cNvPr id="209" name="Google Shape;209;p32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5212017" y="914400"/>
            <a:ext cx="3657599" cy="402425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33"/>
          <p:cNvSpPr txBox="1"/>
          <p:nvPr>
            <p:ph type="title"/>
          </p:nvPr>
        </p:nvSpPr>
        <p:spPr>
          <a:xfrm>
            <a:off x="0" y="0"/>
            <a:ext cx="9144000" cy="685800"/>
          </a:xfrm>
          <a:prstGeom prst="rect">
            <a:avLst/>
          </a:prstGeom>
        </p:spPr>
        <p:txBody>
          <a:bodyPr anchorCtr="0" anchor="ctr" bIns="91425" lIns="274300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One-Time Deliverable: Team Logo / Team T-Shirt</a:t>
            </a:r>
            <a:endParaRPr/>
          </a:p>
        </p:txBody>
      </p:sp>
      <p:sp>
        <p:nvSpPr>
          <p:cNvPr id="215" name="Google Shape;215;p33"/>
          <p:cNvSpPr txBox="1"/>
          <p:nvPr>
            <p:ph idx="1" type="body"/>
          </p:nvPr>
        </p:nvSpPr>
        <p:spPr>
          <a:xfrm>
            <a:off x="274320" y="914400"/>
            <a:ext cx="8595300" cy="41148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1200"/>
              </a:spcAft>
              <a:buNone/>
            </a:pPr>
            <a:r>
              <a:rPr lang="en"/>
              <a:t>Please create the team logo and T-shirt design and submit your preferences</a:t>
            </a:r>
            <a:endParaRPr/>
          </a:p>
        </p:txBody>
      </p:sp>
      <p:sp>
        <p:nvSpPr>
          <p:cNvPr id="216" name="Google Shape;216;p33"/>
          <p:cNvSpPr txBox="1"/>
          <p:nvPr>
            <p:ph idx="12" type="sldNum"/>
          </p:nvPr>
        </p:nvSpPr>
        <p:spPr>
          <a:xfrm>
            <a:off x="7315202" y="4416550"/>
            <a:ext cx="1828800" cy="7314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>
                <a:solidFill>
                  <a:schemeClr val="dk1"/>
                </a:solidFill>
              </a:rPr>
              <a:t>‹#›</a:t>
            </a:fld>
            <a:endParaRPr>
              <a:solidFill>
                <a:schemeClr val="dk1"/>
              </a:solidFill>
            </a:endParaRPr>
          </a:p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en" sz="900" u="sng">
                <a:solidFill>
                  <a:schemeClr val="hlink"/>
                </a:solidFill>
                <a:hlinkClick r:id="rId3"/>
              </a:rPr>
              <a:t>https://oss.cs.fau.de</a:t>
            </a:r>
            <a:r>
              <a:rPr b="0" lang="en" sz="900"/>
              <a:t> </a:t>
            </a:r>
            <a:endParaRPr b="0" sz="90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34"/>
          <p:cNvSpPr txBox="1"/>
          <p:nvPr>
            <p:ph type="title"/>
          </p:nvPr>
        </p:nvSpPr>
        <p:spPr>
          <a:xfrm>
            <a:off x="0" y="-7"/>
            <a:ext cx="9144000" cy="2386500"/>
          </a:xfrm>
          <a:prstGeom prst="rect">
            <a:avLst/>
          </a:prstGeom>
        </p:spPr>
        <p:txBody>
          <a:bodyPr anchorCtr="0" anchor="b" bIns="274300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4. Planning Document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5"/>
          <p:cNvSpPr txBox="1"/>
          <p:nvPr>
            <p:ph type="title"/>
          </p:nvPr>
        </p:nvSpPr>
        <p:spPr>
          <a:xfrm>
            <a:off x="0" y="0"/>
            <a:ext cx="9144000" cy="685800"/>
          </a:xfrm>
          <a:prstGeom prst="rect">
            <a:avLst/>
          </a:prstGeom>
        </p:spPr>
        <p:txBody>
          <a:bodyPr anchorCtr="0" anchor="ctr" bIns="91425" lIns="274300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The Planning Document</a:t>
            </a:r>
            <a:endParaRPr/>
          </a:p>
        </p:txBody>
      </p:sp>
      <p:sp>
        <p:nvSpPr>
          <p:cNvPr id="227" name="Google Shape;227;p35"/>
          <p:cNvSpPr txBox="1"/>
          <p:nvPr>
            <p:ph idx="1" type="body"/>
          </p:nvPr>
        </p:nvSpPr>
        <p:spPr>
          <a:xfrm>
            <a:off x="274320" y="914400"/>
            <a:ext cx="8595300" cy="41148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The planning document serves to</a:t>
            </a:r>
            <a:endParaRPr/>
          </a:p>
          <a:p>
            <a:pPr indent="-342900" lvl="0" marL="457200" rtl="0" algn="l">
              <a:spcBef>
                <a:spcPts val="12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Document basic project information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Collect all materials that don’t go easily into the repository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Coordinate work on this less frequent information 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1200"/>
              </a:spcAft>
              <a:buNone/>
            </a:pPr>
            <a:r>
              <a:rPr lang="en"/>
              <a:t>See also the </a:t>
            </a:r>
            <a:r>
              <a:rPr lang="en" u="sng">
                <a:solidFill>
                  <a:schemeClr val="hlink"/>
                </a:solidFill>
                <a:hlinkClick r:id="rId3"/>
              </a:rPr>
              <a:t>Flowers example planning document</a:t>
            </a:r>
            <a:endParaRPr/>
          </a:p>
        </p:txBody>
      </p:sp>
      <p:sp>
        <p:nvSpPr>
          <p:cNvPr id="228" name="Google Shape;228;p35"/>
          <p:cNvSpPr txBox="1"/>
          <p:nvPr>
            <p:ph idx="12" type="sldNum"/>
          </p:nvPr>
        </p:nvSpPr>
        <p:spPr>
          <a:xfrm>
            <a:off x="7315202" y="4416550"/>
            <a:ext cx="1828800" cy="7314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>
                <a:solidFill>
                  <a:schemeClr val="dk1"/>
                </a:solidFill>
              </a:rPr>
              <a:t>‹#›</a:t>
            </a:fld>
            <a:endParaRPr>
              <a:solidFill>
                <a:schemeClr val="dk1"/>
              </a:solidFill>
            </a:endParaRPr>
          </a:p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en" sz="900" u="sng">
                <a:solidFill>
                  <a:schemeClr val="hlink"/>
                </a:solidFill>
                <a:hlinkClick r:id="rId4"/>
              </a:rPr>
              <a:t>https://oss.cs.fau.de</a:t>
            </a:r>
            <a:r>
              <a:rPr b="0" lang="en" sz="900"/>
              <a:t> </a:t>
            </a:r>
            <a:endParaRPr b="0" sz="90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32" name="Shape 2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3" name="Google Shape;233;p36"/>
          <p:cNvSpPr txBox="1"/>
          <p:nvPr>
            <p:ph type="title"/>
          </p:nvPr>
        </p:nvSpPr>
        <p:spPr>
          <a:xfrm>
            <a:off x="0" y="0"/>
            <a:ext cx="9144000" cy="685800"/>
          </a:xfrm>
          <a:prstGeom prst="rect">
            <a:avLst/>
          </a:prstGeom>
        </p:spPr>
        <p:txBody>
          <a:bodyPr anchorCtr="0" anchor="ctr" bIns="0" lIns="27430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Table of Contents</a:t>
            </a:r>
            <a:endParaRPr/>
          </a:p>
        </p:txBody>
      </p:sp>
      <p:sp>
        <p:nvSpPr>
          <p:cNvPr id="234" name="Google Shape;234;p36"/>
          <p:cNvSpPr txBox="1"/>
          <p:nvPr>
            <p:ph idx="12" type="sldNum"/>
          </p:nvPr>
        </p:nvSpPr>
        <p:spPr>
          <a:xfrm>
            <a:off x="7315202" y="4416550"/>
            <a:ext cx="1828800" cy="7314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>
                <a:solidFill>
                  <a:schemeClr val="dk1"/>
                </a:solidFill>
              </a:rPr>
              <a:t>‹#›</a:t>
            </a:fld>
            <a:endParaRPr>
              <a:solidFill>
                <a:schemeClr val="dk1"/>
              </a:solidFill>
            </a:endParaRPr>
          </a:p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en" sz="900" u="sng">
                <a:solidFill>
                  <a:schemeClr val="hlink"/>
                </a:solidFill>
                <a:hlinkClick r:id="rId3"/>
              </a:rPr>
              <a:t>https://oss.cs.fau.de</a:t>
            </a:r>
            <a:r>
              <a:rPr b="0" lang="en" sz="900"/>
              <a:t> </a:t>
            </a:r>
            <a:endParaRPr/>
          </a:p>
        </p:txBody>
      </p:sp>
      <p:graphicFrame>
        <p:nvGraphicFramePr>
          <p:cNvPr id="235" name="Google Shape;235;p36"/>
          <p:cNvGraphicFramePr/>
          <p:nvPr/>
        </p:nvGraphicFramePr>
        <p:xfrm>
          <a:off x="274320" y="9144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{EEEC39EC-E8EC-47B3-9974-D8D9D21029F1}</a:tableStyleId>
              </a:tblPr>
              <a:tblGrid>
                <a:gridCol w="524750"/>
                <a:gridCol w="2979050"/>
                <a:gridCol w="5091575"/>
              </a:tblGrid>
              <a:tr h="293925">
                <a:tc>
                  <a:txBody>
                    <a:bodyPr/>
                    <a:lstStyle/>
                    <a:p>
                      <a:pPr indent="0" lvl="0" marL="0" rtl="0"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" sz="1000">
                          <a:solidFill>
                            <a:schemeClr val="lt1"/>
                          </a:solidFill>
                        </a:rPr>
                        <a:t>#</a:t>
                      </a:r>
                      <a:endParaRPr b="1" sz="1000">
                        <a:solidFill>
                          <a:schemeClr val="lt1"/>
                        </a:solidFill>
                      </a:endParaRPr>
                    </a:p>
                  </a:txBody>
                  <a:tcPr marT="0" marB="0" marR="91425" marL="91425" anchor="ctr">
                    <a:lnL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dk2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" sz="1000">
                          <a:solidFill>
                            <a:schemeClr val="lt1"/>
                          </a:solidFill>
                        </a:rPr>
                        <a:t>Artifact name (tab in spreadsheet)</a:t>
                      </a:r>
                      <a:endParaRPr b="1" sz="1000">
                        <a:solidFill>
                          <a:schemeClr val="lt1"/>
                        </a:solidFill>
                      </a:endParaRPr>
                    </a:p>
                  </a:txBody>
                  <a:tcPr marT="0" marB="0" marR="91425" marL="91425" anchor="ctr">
                    <a:lnL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dk2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" sz="1000">
                          <a:solidFill>
                            <a:schemeClr val="lt1"/>
                          </a:solidFill>
                        </a:rPr>
                        <a:t>Artifact purpose</a:t>
                      </a:r>
                      <a:endParaRPr b="1" sz="1000">
                        <a:solidFill>
                          <a:schemeClr val="lt1"/>
                        </a:solidFill>
                      </a:endParaRPr>
                    </a:p>
                  </a:txBody>
                  <a:tcPr marT="0" marB="0" marR="91425" marL="91425" anchor="ctr">
                    <a:lnL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dk2"/>
                    </a:solidFill>
                  </a:tcPr>
                </a:tc>
              </a:tr>
              <a:tr h="293925">
                <a:tc>
                  <a:txBody>
                    <a:bodyPr/>
                    <a:lstStyle/>
                    <a:p>
                      <a:pPr indent="0" lvl="0" marL="0" rtl="0"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000"/>
                        <a:t>1</a:t>
                      </a:r>
                      <a:endParaRPr sz="1000"/>
                    </a:p>
                  </a:txBody>
                  <a:tcPr marT="0" marB="0" marR="91425" marL="91425" anchor="ctr">
                    <a:lnL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000"/>
                        <a:t>Project data</a:t>
                      </a:r>
                      <a:endParaRPr sz="1000"/>
                    </a:p>
                  </a:txBody>
                  <a:tcPr marT="0" marB="0" marR="91425" marL="91425" anchor="ctr">
                    <a:lnL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000"/>
                        <a:t>Provides basic project data</a:t>
                      </a:r>
                      <a:endParaRPr sz="1000"/>
                    </a:p>
                  </a:txBody>
                  <a:tcPr marT="0" marB="0" marR="91425" marL="91425" anchor="ctr">
                    <a:lnL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3925">
                <a:tc>
                  <a:txBody>
                    <a:bodyPr/>
                    <a:lstStyle/>
                    <a:p>
                      <a:pPr indent="0" lvl="0" marL="0" rtl="0"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000"/>
                        <a:t>2</a:t>
                      </a:r>
                      <a:endParaRPr sz="1000"/>
                    </a:p>
                  </a:txBody>
                  <a:tcPr marT="0" marB="0" marR="91425" marL="91425" anchor="ctr">
                    <a:lnL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000"/>
                        <a:t>Project team</a:t>
                      </a:r>
                      <a:endParaRPr sz="1000"/>
                    </a:p>
                  </a:txBody>
                  <a:tcPr marT="0" marB="0" marR="91425" marL="91425" anchor="ctr">
                    <a:lnL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000"/>
                        <a:t>Shows project team </a:t>
                      </a:r>
                      <a:endParaRPr sz="1000"/>
                    </a:p>
                  </a:txBody>
                  <a:tcPr marT="0" marB="0" marR="91425" marL="91425" anchor="ctr">
                    <a:lnL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accent1"/>
                    </a:solidFill>
                  </a:tcPr>
                </a:tc>
              </a:tr>
              <a:tr h="293925">
                <a:tc>
                  <a:txBody>
                    <a:bodyPr/>
                    <a:lstStyle/>
                    <a:p>
                      <a:pPr indent="0" lvl="0" marL="0" rtl="0"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000"/>
                        <a:t>3</a:t>
                      </a:r>
                      <a:endParaRPr sz="1000"/>
                    </a:p>
                  </a:txBody>
                  <a:tcPr marT="0" marB="0" marR="91425" marL="91425" anchor="ctr">
                    <a:lnL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000"/>
                        <a:t>Role assignments</a:t>
                      </a:r>
                      <a:endParaRPr sz="1000"/>
                    </a:p>
                  </a:txBody>
                  <a:tcPr marT="0" marB="0" marR="91425" marL="91425" anchor="ctr">
                    <a:lnL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000"/>
                        <a:t>Tracks role assignment</a:t>
                      </a:r>
                      <a:endParaRPr sz="1000"/>
                    </a:p>
                  </a:txBody>
                  <a:tcPr marT="0" marB="0" marR="91425" marL="91425" anchor="ctr">
                    <a:lnL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93925">
                <a:tc>
                  <a:txBody>
                    <a:bodyPr/>
                    <a:lstStyle/>
                    <a:p>
                      <a:pPr indent="0" lvl="0" marL="0" rtl="0"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000"/>
                        <a:t>4</a:t>
                      </a:r>
                      <a:endParaRPr sz="1000"/>
                    </a:p>
                  </a:txBody>
                  <a:tcPr marT="0" marB="0" marR="91425" marL="91425" anchor="ctr">
                    <a:lnL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000"/>
                        <a:t>Team contract</a:t>
                      </a:r>
                      <a:endParaRPr sz="1000"/>
                    </a:p>
                  </a:txBody>
                  <a:tcPr marT="0" marB="0" marR="91425" marL="91425" anchor="ctr">
                    <a:lnL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000"/>
                        <a:t>Shows team contract</a:t>
                      </a:r>
                      <a:endParaRPr sz="1000"/>
                    </a:p>
                  </a:txBody>
                  <a:tcPr marT="0" marB="0" marR="91425" marL="91425" anchor="ctr">
                    <a:lnL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accent1"/>
                    </a:solidFill>
                  </a:tcPr>
                </a:tc>
              </a:tr>
              <a:tr h="293925">
                <a:tc>
                  <a:txBody>
                    <a:bodyPr/>
                    <a:lstStyle/>
                    <a:p>
                      <a:pPr indent="0" lvl="0" marL="0" rtl="0"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000"/>
                        <a:t>5</a:t>
                      </a:r>
                      <a:endParaRPr sz="1000"/>
                    </a:p>
                  </a:txBody>
                  <a:tcPr marT="0" marB="0" marR="91425" marL="91425" anchor="ctr">
                    <a:lnL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000"/>
                        <a:t>Product goal</a:t>
                      </a:r>
                      <a:endParaRPr sz="1000"/>
                    </a:p>
                  </a:txBody>
                  <a:tcPr marT="0" marB="0" marR="91425" marL="91425" anchor="ctr">
                    <a:lnL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000"/>
                        <a:t>Provides product vision and project mission</a:t>
                      </a:r>
                      <a:endParaRPr sz="1000"/>
                    </a:p>
                  </a:txBody>
                  <a:tcPr marT="0" marB="0" marR="91425" marL="91425" anchor="ctr">
                    <a:lnL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93925">
                <a:tc>
                  <a:txBody>
                    <a:bodyPr/>
                    <a:lstStyle/>
                    <a:p>
                      <a:pPr indent="0" lvl="0" marL="0" rtl="0"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000"/>
                        <a:t>6</a:t>
                      </a:r>
                      <a:endParaRPr sz="1000"/>
                    </a:p>
                  </a:txBody>
                  <a:tcPr marT="0" marB="0" marR="91425" marL="91425" anchor="ctr">
                    <a:lnL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000"/>
                        <a:t>Product glossary</a:t>
                      </a:r>
                      <a:endParaRPr sz="1000"/>
                    </a:p>
                  </a:txBody>
                  <a:tcPr marT="0" marB="0" marR="91425" marL="91425" anchor="ctr">
                    <a:lnL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000"/>
                        <a:t>Provides domain terminology of project</a:t>
                      </a:r>
                      <a:endParaRPr sz="1000"/>
                    </a:p>
                  </a:txBody>
                  <a:tcPr marT="0" marB="0" marR="91425" marL="91425" anchor="ctr">
                    <a:lnL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accent1"/>
                    </a:solidFill>
                  </a:tcPr>
                </a:tc>
              </a:tr>
              <a:tr h="293925">
                <a:tc>
                  <a:txBody>
                    <a:bodyPr/>
                    <a:lstStyle/>
                    <a:p>
                      <a:pPr indent="0" lvl="0" marL="0" rtl="0"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000"/>
                        <a:t>7</a:t>
                      </a:r>
                      <a:endParaRPr sz="1000"/>
                    </a:p>
                  </a:txBody>
                  <a:tcPr marT="0" marB="0" marR="91425" marL="91425" anchor="ctr">
                    <a:lnL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000"/>
                        <a:t>Sprint goals</a:t>
                      </a:r>
                      <a:endParaRPr sz="1000"/>
                    </a:p>
                  </a:txBody>
                  <a:tcPr marT="0" marB="0" marR="91425" marL="91425" anchor="ctr">
                    <a:lnL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000"/>
                        <a:t>Lists goals of respective sprints</a:t>
                      </a:r>
                      <a:endParaRPr sz="1000"/>
                    </a:p>
                  </a:txBody>
                  <a:tcPr marT="0" marB="0" marR="91425" marL="91425" anchor="ctr">
                    <a:lnL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93925">
                <a:tc>
                  <a:txBody>
                    <a:bodyPr/>
                    <a:lstStyle/>
                    <a:p>
                      <a:pPr indent="0" lvl="0" marL="0" rtl="0"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000"/>
                        <a:t>8</a:t>
                      </a:r>
                      <a:endParaRPr sz="1000"/>
                    </a:p>
                  </a:txBody>
                  <a:tcPr marT="0" marB="0" marR="91425" marL="91425" anchor="ctr">
                    <a:lnL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000"/>
                        <a:t>Velocity tracking</a:t>
                      </a:r>
                      <a:endParaRPr sz="1000"/>
                    </a:p>
                  </a:txBody>
                  <a:tcPr marT="0" marB="0" marR="91425" marL="91425" anchor="ctr">
                    <a:lnL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000"/>
                        <a:t>Tracks realized story points per sprint</a:t>
                      </a:r>
                      <a:endParaRPr sz="1000"/>
                    </a:p>
                  </a:txBody>
                  <a:tcPr marT="0" marB="0" marR="91425" marL="91425" anchor="ctr">
                    <a:lnL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accent1"/>
                    </a:solidFill>
                  </a:tcPr>
                </a:tc>
              </a:tr>
              <a:tr h="293925">
                <a:tc>
                  <a:txBody>
                    <a:bodyPr/>
                    <a:lstStyle/>
                    <a:p>
                      <a:pPr indent="0" lvl="0" marL="0" rtl="0"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000"/>
                        <a:t>9</a:t>
                      </a:r>
                      <a:endParaRPr sz="1000"/>
                    </a:p>
                  </a:txBody>
                  <a:tcPr marT="0" marB="0" marR="91425" marL="91425" anchor="ctr">
                    <a:lnL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000"/>
                        <a:t>Mid-project release tracking</a:t>
                      </a:r>
                      <a:endParaRPr sz="1000"/>
                    </a:p>
                  </a:txBody>
                  <a:tcPr marT="0" marB="0" marR="91425" marL="91425" anchor="ctr">
                    <a:lnL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000"/>
                        <a:t>Tracks mid-project release sprints</a:t>
                      </a:r>
                      <a:endParaRPr sz="1000"/>
                    </a:p>
                  </a:txBody>
                  <a:tcPr marT="0" marB="0" marR="91425" marL="91425" anchor="ctr">
                    <a:lnL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93925">
                <a:tc>
                  <a:txBody>
                    <a:bodyPr/>
                    <a:lstStyle/>
                    <a:p>
                      <a:pPr indent="0" lvl="0" marL="0" rtl="0"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000"/>
                        <a:t>10</a:t>
                      </a:r>
                      <a:endParaRPr sz="1000"/>
                    </a:p>
                  </a:txBody>
                  <a:tcPr marT="0" marB="0" marR="91425" marL="91425" anchor="ctr">
                    <a:lnL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000"/>
                        <a:t>Final project release tracking</a:t>
                      </a:r>
                      <a:endParaRPr sz="1000"/>
                    </a:p>
                  </a:txBody>
                  <a:tcPr marT="0" marB="0" marR="91425" marL="91425" anchor="ctr">
                    <a:lnL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000"/>
                        <a:t>Plans and tracks final project release sprints</a:t>
                      </a:r>
                      <a:endParaRPr sz="1000"/>
                    </a:p>
                  </a:txBody>
                  <a:tcPr marT="0" marB="0" marR="91425" marL="91425" anchor="ctr">
                    <a:lnL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accent1"/>
                    </a:solidFill>
                  </a:tcPr>
                </a:tc>
              </a:tr>
              <a:tr h="293925">
                <a:tc>
                  <a:txBody>
                    <a:bodyPr/>
                    <a:lstStyle/>
                    <a:p>
                      <a:pPr indent="0" lvl="0" marL="0" rtl="0"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000"/>
                        <a:t>11</a:t>
                      </a:r>
                      <a:endParaRPr sz="1000"/>
                    </a:p>
                  </a:txBody>
                  <a:tcPr marT="0" marB="0" marR="91425" marL="91425" anchor="ctr">
                    <a:lnL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000"/>
                        <a:t>Definition of done</a:t>
                      </a:r>
                      <a:endParaRPr sz="1000"/>
                    </a:p>
                  </a:txBody>
                  <a:tcPr marT="0" marB="0" marR="91425" marL="91425" anchor="ctr">
                    <a:lnL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000"/>
                        <a:t>Provides decision criteria for “done”</a:t>
                      </a:r>
                      <a:endParaRPr sz="1000"/>
                    </a:p>
                  </a:txBody>
                  <a:tcPr marT="0" marB="0" marR="91425" marL="91425" anchor="ctr">
                    <a:lnL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93925">
                <a:tc>
                  <a:txBody>
                    <a:bodyPr/>
                    <a:lstStyle/>
                    <a:p>
                      <a:pPr indent="0" lvl="0" marL="0" rtl="0"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000"/>
                        <a:t>12</a:t>
                      </a:r>
                      <a:endParaRPr sz="1000"/>
                    </a:p>
                  </a:txBody>
                  <a:tcPr marT="0" marB="0" marR="91425" marL="91425" anchor="ctr">
                    <a:lnL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000"/>
                        <a:t>Documentation</a:t>
                      </a:r>
                      <a:endParaRPr sz="1000"/>
                    </a:p>
                  </a:txBody>
                  <a:tcPr marT="0" marB="0" marR="91425" marL="91425" anchor="ctr">
                    <a:lnL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000"/>
                        <a:t>Provide links to documentation of product</a:t>
                      </a:r>
                      <a:endParaRPr sz="1000"/>
                    </a:p>
                  </a:txBody>
                  <a:tcPr marT="0" marB="0" marR="91425" marL="91425" anchor="ctr">
                    <a:lnL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accent1"/>
                    </a:solidFill>
                  </a:tcPr>
                </a:tc>
              </a:tr>
              <a:tr h="293925"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000"/>
                        <a:t>13</a:t>
                      </a:r>
                      <a:endParaRPr sz="1000"/>
                    </a:p>
                  </a:txBody>
                  <a:tcPr marT="0" marB="0" marR="91425" marL="91425" anchor="ctr">
                    <a:lnL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000"/>
                        <a:t>Bill of materials</a:t>
                      </a:r>
                      <a:endParaRPr sz="1000"/>
                    </a:p>
                  </a:txBody>
                  <a:tcPr marT="0" marB="0" marR="91425" marL="91425" anchor="ctr">
                    <a:lnL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000"/>
                        <a:t>Lists all third-party components</a:t>
                      </a:r>
                      <a:endParaRPr sz="1000"/>
                    </a:p>
                  </a:txBody>
                  <a:tcPr marT="0" marB="0" marR="91425" marL="91425" anchor="ctr">
                    <a:lnL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7"/>
          <p:cNvSpPr txBox="1"/>
          <p:nvPr>
            <p:ph type="title"/>
          </p:nvPr>
        </p:nvSpPr>
        <p:spPr>
          <a:xfrm>
            <a:off x="0" y="0"/>
            <a:ext cx="9144000" cy="685800"/>
          </a:xfrm>
          <a:prstGeom prst="rect">
            <a:avLst/>
          </a:prstGeom>
        </p:spPr>
        <p:txBody>
          <a:bodyPr anchorCtr="0" anchor="ctr" bIns="91425" lIns="274300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1.</a:t>
            </a:r>
            <a:r>
              <a:rPr lang="en"/>
              <a:t> Project Data</a:t>
            </a:r>
            <a:endParaRPr/>
          </a:p>
        </p:txBody>
      </p:sp>
      <p:sp>
        <p:nvSpPr>
          <p:cNvPr id="241" name="Google Shape;241;p37"/>
          <p:cNvSpPr txBox="1"/>
          <p:nvPr>
            <p:ph idx="1" type="body"/>
          </p:nvPr>
        </p:nvSpPr>
        <p:spPr>
          <a:xfrm>
            <a:off x="274320" y="914400"/>
            <a:ext cx="8595300" cy="41148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Please fill in the data as needed and as you see fit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lang="en"/>
              <a:t>Please do not protect the online Zoom team meeting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1200"/>
              </a:spcAft>
              <a:buNone/>
            </a:pPr>
            <a:r>
              <a:rPr lang="en"/>
              <a:t>Please do not change the Zoom link during the semester</a:t>
            </a:r>
            <a:endParaRPr/>
          </a:p>
        </p:txBody>
      </p:sp>
      <p:sp>
        <p:nvSpPr>
          <p:cNvPr id="242" name="Google Shape;242;p37"/>
          <p:cNvSpPr txBox="1"/>
          <p:nvPr>
            <p:ph idx="12" type="sldNum"/>
          </p:nvPr>
        </p:nvSpPr>
        <p:spPr>
          <a:xfrm>
            <a:off x="7315202" y="4416550"/>
            <a:ext cx="1828800" cy="7314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>
                <a:solidFill>
                  <a:schemeClr val="dk1"/>
                </a:solidFill>
              </a:rPr>
              <a:t>‹#›</a:t>
            </a:fld>
            <a:endParaRPr>
              <a:solidFill>
                <a:schemeClr val="dk1"/>
              </a:solidFill>
            </a:endParaRPr>
          </a:p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en" sz="900" u="sng">
                <a:solidFill>
                  <a:schemeClr val="hlink"/>
                </a:solidFill>
                <a:hlinkClick r:id="rId3"/>
              </a:rPr>
              <a:t>https://oss.cs.fau.de</a:t>
            </a:r>
            <a:r>
              <a:rPr b="0" lang="en" sz="900"/>
              <a:t> </a:t>
            </a:r>
            <a:endParaRPr b="0" sz="90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8"/>
          <p:cNvSpPr txBox="1"/>
          <p:nvPr>
            <p:ph type="title"/>
          </p:nvPr>
        </p:nvSpPr>
        <p:spPr>
          <a:xfrm>
            <a:off x="0" y="0"/>
            <a:ext cx="9144000" cy="685800"/>
          </a:xfrm>
          <a:prstGeom prst="rect">
            <a:avLst/>
          </a:prstGeom>
        </p:spPr>
        <p:txBody>
          <a:bodyPr anchorCtr="0" anchor="ctr" bIns="91425" lIns="274300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2.</a:t>
            </a:r>
            <a:r>
              <a:rPr lang="en"/>
              <a:t> Project Team</a:t>
            </a:r>
            <a:endParaRPr/>
          </a:p>
        </p:txBody>
      </p:sp>
      <p:sp>
        <p:nvSpPr>
          <p:cNvPr id="248" name="Google Shape;248;p38"/>
          <p:cNvSpPr txBox="1"/>
          <p:nvPr>
            <p:ph idx="1" type="body"/>
          </p:nvPr>
        </p:nvSpPr>
        <p:spPr>
          <a:xfrm>
            <a:off x="274320" y="914400"/>
            <a:ext cx="8595300" cy="41148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Please provide your name and GitHub id</a:t>
            </a:r>
            <a:endParaRPr/>
          </a:p>
          <a:p>
            <a:pPr indent="-342900" lvl="0" marL="457200" rtl="0" algn="l">
              <a:spcBef>
                <a:spcPts val="12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Almost all work takes place in the project’s GitHub repository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Please create and provide your GitHub id as soon as possible 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1200"/>
              </a:spcAft>
              <a:buNone/>
            </a:pPr>
            <a:r>
              <a:rPr lang="en"/>
              <a:t>Please </a:t>
            </a:r>
            <a:r>
              <a:rPr b="1" lang="en"/>
              <a:t>use only one GitHub id</a:t>
            </a:r>
            <a:r>
              <a:rPr lang="en"/>
              <a:t> during the semester </a:t>
            </a:r>
            <a:endParaRPr/>
          </a:p>
        </p:txBody>
      </p:sp>
      <p:sp>
        <p:nvSpPr>
          <p:cNvPr id="249" name="Google Shape;249;p38"/>
          <p:cNvSpPr txBox="1"/>
          <p:nvPr>
            <p:ph idx="12" type="sldNum"/>
          </p:nvPr>
        </p:nvSpPr>
        <p:spPr>
          <a:xfrm>
            <a:off x="7315202" y="4416550"/>
            <a:ext cx="1828800" cy="7314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>
                <a:solidFill>
                  <a:schemeClr val="dk1"/>
                </a:solidFill>
              </a:rPr>
              <a:t>‹#›</a:t>
            </a:fld>
            <a:endParaRPr>
              <a:solidFill>
                <a:schemeClr val="dk1"/>
              </a:solidFill>
            </a:endParaRPr>
          </a:p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en" sz="900" u="sng">
                <a:solidFill>
                  <a:schemeClr val="hlink"/>
                </a:solidFill>
                <a:hlinkClick r:id="rId3"/>
              </a:rPr>
              <a:t>https://oss.cs.fau.de</a:t>
            </a:r>
            <a:r>
              <a:rPr b="0" lang="en" sz="900"/>
              <a:t> </a:t>
            </a:r>
            <a:endParaRPr b="0" sz="90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9"/>
          <p:cNvSpPr txBox="1"/>
          <p:nvPr>
            <p:ph type="title"/>
          </p:nvPr>
        </p:nvSpPr>
        <p:spPr>
          <a:xfrm>
            <a:off x="0" y="0"/>
            <a:ext cx="9144000" cy="685800"/>
          </a:xfrm>
          <a:prstGeom prst="rect">
            <a:avLst/>
          </a:prstGeom>
        </p:spPr>
        <p:txBody>
          <a:bodyPr anchorCtr="0" anchor="ctr" bIns="91425" lIns="274300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3.</a:t>
            </a:r>
            <a:r>
              <a:rPr lang="en"/>
              <a:t> Role Assignments</a:t>
            </a:r>
            <a:endParaRPr/>
          </a:p>
        </p:txBody>
      </p:sp>
      <p:sp>
        <p:nvSpPr>
          <p:cNvPr id="255" name="Google Shape;255;p39"/>
          <p:cNvSpPr txBox="1"/>
          <p:nvPr>
            <p:ph idx="1" type="body"/>
          </p:nvPr>
        </p:nvSpPr>
        <p:spPr>
          <a:xfrm>
            <a:off x="274320" y="914400"/>
            <a:ext cx="8595300" cy="41148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Please fill in the roles people play in a given week (sprint)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1200"/>
              </a:spcAft>
              <a:buNone/>
            </a:pPr>
            <a:r>
              <a:rPr lang="en"/>
              <a:t>Please finish this during the first team meeting</a:t>
            </a:r>
            <a:endParaRPr/>
          </a:p>
        </p:txBody>
      </p:sp>
      <p:sp>
        <p:nvSpPr>
          <p:cNvPr id="256" name="Google Shape;256;p39"/>
          <p:cNvSpPr txBox="1"/>
          <p:nvPr>
            <p:ph idx="12" type="sldNum"/>
          </p:nvPr>
        </p:nvSpPr>
        <p:spPr>
          <a:xfrm>
            <a:off x="7315202" y="4416550"/>
            <a:ext cx="1828800" cy="7314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>
                <a:solidFill>
                  <a:schemeClr val="dk1"/>
                </a:solidFill>
              </a:rPr>
              <a:t>‹#›</a:t>
            </a:fld>
            <a:endParaRPr>
              <a:solidFill>
                <a:schemeClr val="dk1"/>
              </a:solidFill>
            </a:endParaRPr>
          </a:p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en" sz="900" u="sng">
                <a:solidFill>
                  <a:schemeClr val="hlink"/>
                </a:solidFill>
                <a:hlinkClick r:id="rId3"/>
              </a:rPr>
              <a:t>https://oss.cs.fau.de</a:t>
            </a:r>
            <a:r>
              <a:rPr b="0" lang="en" sz="900"/>
              <a:t> </a:t>
            </a:r>
            <a:endParaRPr b="0" sz="90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60" name="Shape 2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1" name="Google Shape;261;p40"/>
          <p:cNvSpPr txBox="1"/>
          <p:nvPr>
            <p:ph type="title"/>
          </p:nvPr>
        </p:nvSpPr>
        <p:spPr>
          <a:xfrm>
            <a:off x="0" y="0"/>
            <a:ext cx="9144000" cy="685800"/>
          </a:xfrm>
          <a:prstGeom prst="rect">
            <a:avLst/>
          </a:prstGeom>
        </p:spPr>
        <p:txBody>
          <a:bodyPr anchorCtr="0" anchor="ctr" bIns="91425" lIns="274300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Project Deliverables</a:t>
            </a:r>
            <a:endParaRPr/>
          </a:p>
        </p:txBody>
      </p:sp>
      <p:sp>
        <p:nvSpPr>
          <p:cNvPr id="262" name="Google Shape;262;p40"/>
          <p:cNvSpPr txBox="1"/>
          <p:nvPr>
            <p:ph idx="1" type="body"/>
          </p:nvPr>
        </p:nvSpPr>
        <p:spPr>
          <a:xfrm>
            <a:off x="274320" y="914400"/>
            <a:ext cx="8595300" cy="41148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Please provide all deliverables (homework) in the</a:t>
            </a:r>
            <a:endParaRPr/>
          </a:p>
          <a:p>
            <a:pPr indent="-342900" lvl="0" marL="457200" rtl="0" algn="l">
              <a:spcBef>
                <a:spcPts val="1200"/>
              </a:spcBef>
              <a:spcAft>
                <a:spcPts val="0"/>
              </a:spcAft>
              <a:buSzPts val="1800"/>
              <a:buChar char="●"/>
            </a:pPr>
            <a:r>
              <a:rPr b="1" lang="en"/>
              <a:t>Deliverables</a:t>
            </a:r>
            <a:r>
              <a:rPr lang="en"/>
              <a:t> folder of the project’s GitHub code repository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1200"/>
              </a:spcAft>
              <a:buNone/>
            </a:pPr>
            <a:r>
              <a:rPr lang="en"/>
              <a:t>Details can be found in the homework instructions</a:t>
            </a:r>
            <a:endParaRPr/>
          </a:p>
        </p:txBody>
      </p:sp>
      <p:sp>
        <p:nvSpPr>
          <p:cNvPr id="263" name="Google Shape;263;p40"/>
          <p:cNvSpPr txBox="1"/>
          <p:nvPr>
            <p:ph idx="12" type="sldNum"/>
          </p:nvPr>
        </p:nvSpPr>
        <p:spPr>
          <a:xfrm>
            <a:off x="7315202" y="4416550"/>
            <a:ext cx="1828800" cy="7314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>
                <a:solidFill>
                  <a:schemeClr val="dk1"/>
                </a:solidFill>
              </a:rPr>
              <a:t>‹#›</a:t>
            </a:fld>
            <a:endParaRPr>
              <a:solidFill>
                <a:schemeClr val="dk1"/>
              </a:solidFill>
            </a:endParaRPr>
          </a:p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en" sz="900" u="sng">
                <a:solidFill>
                  <a:schemeClr val="hlink"/>
                </a:solidFill>
                <a:hlinkClick r:id="rId3"/>
              </a:rPr>
              <a:t>https://oss.cs.fau.de</a:t>
            </a:r>
            <a:r>
              <a:rPr b="0" lang="en" sz="900"/>
              <a:t> </a:t>
            </a:r>
            <a:endParaRPr b="0" sz="90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67" name="Shape 2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8" name="Google Shape;268;p41"/>
          <p:cNvSpPr txBox="1"/>
          <p:nvPr>
            <p:ph type="title"/>
          </p:nvPr>
        </p:nvSpPr>
        <p:spPr>
          <a:xfrm>
            <a:off x="0" y="0"/>
            <a:ext cx="9144000" cy="685800"/>
          </a:xfrm>
          <a:prstGeom prst="rect">
            <a:avLst/>
          </a:prstGeom>
        </p:spPr>
        <p:txBody>
          <a:bodyPr anchorCtr="0" anchor="ctr" bIns="91425" lIns="274300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Regular Deliverable: Planning Document</a:t>
            </a:r>
            <a:endParaRPr/>
          </a:p>
        </p:txBody>
      </p:sp>
      <p:sp>
        <p:nvSpPr>
          <p:cNvPr id="269" name="Google Shape;269;p41"/>
          <p:cNvSpPr txBox="1"/>
          <p:nvPr>
            <p:ph idx="1" type="body"/>
          </p:nvPr>
        </p:nvSpPr>
        <p:spPr>
          <a:xfrm>
            <a:off x="274320" y="914400"/>
            <a:ext cx="8595300" cy="41148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1200"/>
              </a:spcAft>
              <a:buNone/>
            </a:pPr>
            <a:r>
              <a:rPr lang="en"/>
              <a:t>Please initialize your planning document and keep it up-to-date</a:t>
            </a:r>
            <a:endParaRPr/>
          </a:p>
        </p:txBody>
      </p:sp>
      <p:sp>
        <p:nvSpPr>
          <p:cNvPr id="270" name="Google Shape;270;p41"/>
          <p:cNvSpPr txBox="1"/>
          <p:nvPr>
            <p:ph idx="12" type="sldNum"/>
          </p:nvPr>
        </p:nvSpPr>
        <p:spPr>
          <a:xfrm>
            <a:off x="7315202" y="4416550"/>
            <a:ext cx="1828800" cy="7314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>
                <a:solidFill>
                  <a:schemeClr val="dk1"/>
                </a:solidFill>
              </a:rPr>
              <a:t>‹#›</a:t>
            </a:fld>
            <a:endParaRPr>
              <a:solidFill>
                <a:schemeClr val="dk1"/>
              </a:solidFill>
            </a:endParaRPr>
          </a:p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en" sz="900" u="sng">
                <a:solidFill>
                  <a:schemeClr val="hlink"/>
                </a:solidFill>
                <a:hlinkClick r:id="rId3"/>
              </a:rPr>
              <a:t>https://oss.cs.fau.de</a:t>
            </a:r>
            <a:r>
              <a:rPr b="0" lang="en" sz="900"/>
              <a:t> </a:t>
            </a:r>
            <a:endParaRPr b="0" sz="90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74" name="Shape 2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5" name="Google Shape;275;p42"/>
          <p:cNvSpPr txBox="1"/>
          <p:nvPr>
            <p:ph type="title"/>
          </p:nvPr>
        </p:nvSpPr>
        <p:spPr>
          <a:xfrm>
            <a:off x="0" y="0"/>
            <a:ext cx="9144000" cy="685800"/>
          </a:xfrm>
          <a:prstGeom prst="rect">
            <a:avLst/>
          </a:prstGeom>
        </p:spPr>
        <p:txBody>
          <a:bodyPr anchorCtr="0" anchor="ctr" bIns="0" lIns="27430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Terms (The GitHub Terminology Mess)</a:t>
            </a:r>
            <a:endParaRPr/>
          </a:p>
        </p:txBody>
      </p:sp>
      <p:sp>
        <p:nvSpPr>
          <p:cNvPr id="276" name="Google Shape;276;p42"/>
          <p:cNvSpPr txBox="1"/>
          <p:nvPr>
            <p:ph idx="12" type="sldNum"/>
          </p:nvPr>
        </p:nvSpPr>
        <p:spPr>
          <a:xfrm>
            <a:off x="7315202" y="4416550"/>
            <a:ext cx="1828800" cy="7314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>
                <a:solidFill>
                  <a:schemeClr val="dk1"/>
                </a:solidFill>
              </a:rPr>
              <a:t>‹#›</a:t>
            </a:fld>
            <a:endParaRPr>
              <a:solidFill>
                <a:schemeClr val="dk1"/>
              </a:solidFill>
            </a:endParaRPr>
          </a:p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en" sz="900" u="sng">
                <a:solidFill>
                  <a:schemeClr val="hlink"/>
                </a:solidFill>
                <a:hlinkClick r:id="rId3"/>
              </a:rPr>
              <a:t>https://oss.cs.fau.de</a:t>
            </a:r>
            <a:r>
              <a:rPr b="0" lang="en" sz="900"/>
              <a:t> </a:t>
            </a:r>
            <a:endParaRPr/>
          </a:p>
        </p:txBody>
      </p:sp>
      <p:graphicFrame>
        <p:nvGraphicFramePr>
          <p:cNvPr id="277" name="Google Shape;277;p42"/>
          <p:cNvGraphicFramePr/>
          <p:nvPr/>
        </p:nvGraphicFramePr>
        <p:xfrm>
          <a:off x="274320" y="9144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{160AA683-9FE0-4D92-B74A-12C56E95FA36}</a:tableStyleId>
              </a:tblPr>
              <a:tblGrid>
                <a:gridCol w="2148850"/>
                <a:gridCol w="2148850"/>
                <a:gridCol w="2148850"/>
                <a:gridCol w="2148850"/>
              </a:tblGrid>
              <a:tr h="457200"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">
                          <a:solidFill>
                            <a:schemeClr val="lt1"/>
                          </a:solidFill>
                        </a:rPr>
                        <a:t>Agile / </a:t>
                      </a:r>
                      <a:r>
                        <a:rPr b="1" lang="en">
                          <a:solidFill>
                            <a:schemeClr val="lt1"/>
                          </a:solidFill>
                        </a:rPr>
                        <a:t>Scrum</a:t>
                      </a:r>
                      <a:endParaRPr b="1">
                        <a:solidFill>
                          <a:schemeClr val="lt1"/>
                        </a:solidFill>
                      </a:endParaRPr>
                    </a:p>
                  </a:txBody>
                  <a:tcPr marT="91425" marB="91425" marR="91425" marL="91425" anchor="ctr">
                    <a:lnL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dk2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">
                          <a:solidFill>
                            <a:schemeClr val="lt1"/>
                          </a:solidFill>
                        </a:rPr>
                        <a:t>AMOS</a:t>
                      </a:r>
                      <a:endParaRPr b="1">
                        <a:solidFill>
                          <a:schemeClr val="lt1"/>
                        </a:solidFill>
                      </a:endParaRPr>
                    </a:p>
                  </a:txBody>
                  <a:tcPr marT="91425" marB="91425" marR="91425" marL="91425" anchor="ctr">
                    <a:lnL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dk2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">
                          <a:solidFill>
                            <a:schemeClr val="lt1"/>
                          </a:solidFill>
                        </a:rPr>
                        <a:t>GitHub</a:t>
                      </a:r>
                      <a:endParaRPr b="1">
                        <a:solidFill>
                          <a:schemeClr val="lt1"/>
                        </a:solidFill>
                      </a:endParaRPr>
                    </a:p>
                  </a:txBody>
                  <a:tcPr marT="91425" marB="91425" marR="91425" marL="91425" anchor="ctr">
                    <a:lnL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dk2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">
                          <a:solidFill>
                            <a:schemeClr val="lt1"/>
                          </a:solidFill>
                        </a:rPr>
                        <a:t>Other</a:t>
                      </a:r>
                      <a:endParaRPr b="1">
                        <a:solidFill>
                          <a:schemeClr val="lt1"/>
                        </a:solidFill>
                      </a:endParaRPr>
                    </a:p>
                  </a:txBody>
                  <a:tcPr marT="91425" marB="91425" marR="91425" marL="91425" anchor="ctr">
                    <a:lnL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dk2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/>
                        <a:t>Project</a:t>
                      </a:r>
                      <a:endParaRPr sz="1200"/>
                    </a:p>
                  </a:txBody>
                  <a:tcPr marT="91425" marB="91425" marR="91425" marL="91425" anchor="ctr">
                    <a:lnL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" sz="1200"/>
                        <a:t>Project</a:t>
                      </a:r>
                      <a:endParaRPr b="1" sz="1200"/>
                    </a:p>
                  </a:txBody>
                  <a:tcPr marT="91425" marB="91425" marR="91425" marL="91425" anchor="ctr">
                    <a:lnL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/>
                        <a:t>Repository</a:t>
                      </a:r>
                      <a:endParaRPr sz="1200"/>
                    </a:p>
                  </a:txBody>
                  <a:tcPr marT="91425" marB="91425" marR="91425" marL="91425" anchor="ctr">
                    <a:lnL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/>
                        <a:t>–</a:t>
                      </a:r>
                      <a:endParaRPr sz="1200"/>
                    </a:p>
                  </a:txBody>
                  <a:tcPr marT="91425" marB="91425" marR="91425" marL="91425" anchor="ctr">
                    <a:lnL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/>
                        <a:t>Backlogs [1]</a:t>
                      </a:r>
                      <a:endParaRPr sz="1200"/>
                    </a:p>
                  </a:txBody>
                  <a:tcPr marT="91425" marB="91425" marR="91425" marL="91425" anchor="ctr">
                    <a:lnL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" sz="1200"/>
                        <a:t>Backlogs</a:t>
                      </a:r>
                      <a:endParaRPr b="1" sz="1200"/>
                    </a:p>
                  </a:txBody>
                  <a:tcPr marT="91425" marB="91425" marR="91425" marL="91425" anchor="ctr">
                    <a:lnL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/>
                        <a:t>Columns in p</a:t>
                      </a:r>
                      <a:r>
                        <a:rPr lang="en" sz="1200"/>
                        <a:t>roject [2]</a:t>
                      </a:r>
                      <a:endParaRPr sz="1200"/>
                    </a:p>
                  </a:txBody>
                  <a:tcPr marT="91425" marB="91425" marR="91425" marL="91425" anchor="ctr">
                    <a:lnL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/>
                        <a:t>–</a:t>
                      </a:r>
                      <a:endParaRPr sz="1200"/>
                    </a:p>
                  </a:txBody>
                  <a:tcPr marT="91425" marB="91425" marR="91425" marL="91425" anchor="ctr">
                    <a:lnL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accent1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/>
                        <a:t>Kanban board [3]</a:t>
                      </a:r>
                      <a:endParaRPr sz="1200"/>
                    </a:p>
                  </a:txBody>
                  <a:tcPr marT="91425" marB="91425" marR="91425" marL="91425" anchor="ctr">
                    <a:lnL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" sz="1200"/>
                        <a:t>Feature board</a:t>
                      </a:r>
                      <a:endParaRPr b="1" sz="1200"/>
                    </a:p>
                  </a:txBody>
                  <a:tcPr marT="91425" marB="91425" marR="91425" marL="91425" anchor="ctr">
                    <a:lnL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/>
                        <a:t>Project</a:t>
                      </a:r>
                      <a:endParaRPr sz="1200"/>
                    </a:p>
                  </a:txBody>
                  <a:tcPr marT="91425" marB="91425" marR="91425" marL="91425" anchor="ctr">
                    <a:lnL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/>
                        <a:t>–</a:t>
                      </a:r>
                      <a:endParaRPr sz="1200"/>
                    </a:p>
                  </a:txBody>
                  <a:tcPr marT="91425" marB="91425" marR="91425" marL="91425" anchor="ctr">
                    <a:lnL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/>
                        <a:t>Backlog item [4]</a:t>
                      </a:r>
                      <a:endParaRPr sz="1200"/>
                    </a:p>
                  </a:txBody>
                  <a:tcPr marT="91425" marB="91425" marR="91425" marL="91425" anchor="ctr">
                    <a:lnL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" sz="1200"/>
                        <a:t>Backlog item</a:t>
                      </a:r>
                      <a:endParaRPr b="1" sz="1200"/>
                    </a:p>
                  </a:txBody>
                  <a:tcPr marT="91425" marB="91425" marR="91425" marL="91425" anchor="ctr">
                    <a:lnL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/>
                        <a:t>Item, also issue [5]</a:t>
                      </a:r>
                      <a:endParaRPr sz="1200"/>
                    </a:p>
                  </a:txBody>
                  <a:tcPr marT="91425" marB="91425" marR="91425" marL="91425" anchor="ctr">
                    <a:lnL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/>
                        <a:t>Work item, ticket</a:t>
                      </a:r>
                      <a:endParaRPr sz="1200"/>
                    </a:p>
                  </a:txBody>
                  <a:tcPr marT="91425" marB="91425" marR="91425" marL="91425" anchor="ctr">
                    <a:lnL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accent1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/>
                        <a:t>– </a:t>
                      </a:r>
                      <a:endParaRPr sz="1200"/>
                    </a:p>
                  </a:txBody>
                  <a:tcPr marT="91425" marB="91425" marR="91425" marL="91425" anchor="ctr">
                    <a:lnL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" sz="1200"/>
                        <a:t>Code repository</a:t>
                      </a:r>
                      <a:endParaRPr b="1" sz="1200"/>
                    </a:p>
                  </a:txBody>
                  <a:tcPr marT="91425" marB="91425" marR="91425" marL="91425" anchor="ctr">
                    <a:lnL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/>
                        <a:t>Code</a:t>
                      </a:r>
                      <a:endParaRPr sz="1200"/>
                    </a:p>
                  </a:txBody>
                  <a:tcPr marT="91425" marB="91425" marR="91425" marL="91425" anchor="ctr">
                    <a:lnL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/>
                        <a:t>–</a:t>
                      </a:r>
                      <a:endParaRPr sz="1200"/>
                    </a:p>
                  </a:txBody>
                  <a:tcPr marT="91425" marB="91425" marR="91425" marL="91425" anchor="ctr">
                    <a:lnL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</a:tbl>
          </a:graphicData>
        </a:graphic>
      </p:graphicFrame>
      <p:sp>
        <p:nvSpPr>
          <p:cNvPr id="278" name="Google Shape;278;p42"/>
          <p:cNvSpPr txBox="1"/>
          <p:nvPr/>
        </p:nvSpPr>
        <p:spPr>
          <a:xfrm>
            <a:off x="0" y="4233672"/>
            <a:ext cx="7315200" cy="9144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[1] Backlogs can be of different types: Product backlog, sprint backlog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[2] The columns of a GitHub project represent the different backlogs + states of work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[3] Scrum proper does not know kanban boards, but agile in general acknowledges them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[4] Backlog items can be of different types: Feature [6], refactoring, bug fix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[5] Terms vary throughout the GitHub user interface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[6] Features should be presented using the user story format</a:t>
            </a:r>
            <a:endParaRPr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82" name="Shape 2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3" name="Google Shape;283;p43"/>
          <p:cNvSpPr txBox="1"/>
          <p:nvPr>
            <p:ph type="title"/>
          </p:nvPr>
        </p:nvSpPr>
        <p:spPr>
          <a:xfrm>
            <a:off x="0" y="-7"/>
            <a:ext cx="9144000" cy="2386500"/>
          </a:xfrm>
          <a:prstGeom prst="rect">
            <a:avLst/>
          </a:prstGeom>
        </p:spPr>
        <p:txBody>
          <a:bodyPr anchorCtr="0" anchor="b" bIns="274300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5. Feature Board</a:t>
            </a:r>
            <a:endParaRPr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44"/>
          <p:cNvSpPr txBox="1"/>
          <p:nvPr>
            <p:ph type="title"/>
          </p:nvPr>
        </p:nvSpPr>
        <p:spPr>
          <a:xfrm>
            <a:off x="0" y="0"/>
            <a:ext cx="9144000" cy="685800"/>
          </a:xfrm>
          <a:prstGeom prst="rect">
            <a:avLst/>
          </a:prstGeom>
        </p:spPr>
        <p:txBody>
          <a:bodyPr anchorCtr="0" anchor="ctr" bIns="91425" lIns="274300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Feature Board (GitHub Project)</a:t>
            </a:r>
            <a:endParaRPr/>
          </a:p>
        </p:txBody>
      </p:sp>
      <p:sp>
        <p:nvSpPr>
          <p:cNvPr id="289" name="Google Shape;289;p44"/>
          <p:cNvSpPr txBox="1"/>
          <p:nvPr>
            <p:ph idx="1" type="body"/>
          </p:nvPr>
        </p:nvSpPr>
        <p:spPr>
          <a:xfrm>
            <a:off x="274320" y="914400"/>
            <a:ext cx="8595300" cy="41148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A feature board is a slotting system used to</a:t>
            </a:r>
            <a:endParaRPr/>
          </a:p>
          <a:p>
            <a:pPr indent="-342900" lvl="0" marL="457200" rtl="0" algn="l">
              <a:spcBef>
                <a:spcPts val="12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Manage the processing state of backlog items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lang="en"/>
              <a:t>Types of slots (work process states, represented by columns)</a:t>
            </a:r>
            <a:endParaRPr/>
          </a:p>
          <a:p>
            <a:pPr indent="-342900" lvl="0" marL="457200" rtl="0" algn="l">
              <a:spcBef>
                <a:spcPts val="12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Product backlog (needs doing)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Sprint backlog (ready to be done)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In progress (being worked on)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Awaiting review (needs sign-off)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Feature archive (finished and archived)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lang="en"/>
              <a:t>Please do not change the feature board’s setup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1200"/>
              </a:spcAft>
              <a:buNone/>
            </a:pPr>
            <a:r>
              <a:rPr lang="en"/>
              <a:t> </a:t>
            </a:r>
            <a:endParaRPr/>
          </a:p>
        </p:txBody>
      </p:sp>
      <p:sp>
        <p:nvSpPr>
          <p:cNvPr id="290" name="Google Shape;290;p44"/>
          <p:cNvSpPr txBox="1"/>
          <p:nvPr>
            <p:ph idx="12" type="sldNum"/>
          </p:nvPr>
        </p:nvSpPr>
        <p:spPr>
          <a:xfrm>
            <a:off x="7315202" y="4416550"/>
            <a:ext cx="1828800" cy="7314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>
                <a:solidFill>
                  <a:schemeClr val="dk1"/>
                </a:solidFill>
              </a:rPr>
              <a:t>‹#›</a:t>
            </a:fld>
            <a:endParaRPr>
              <a:solidFill>
                <a:schemeClr val="dk1"/>
              </a:solidFill>
            </a:endParaRPr>
          </a:p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en" sz="900" u="sng">
                <a:solidFill>
                  <a:schemeClr val="hlink"/>
                </a:solidFill>
                <a:hlinkClick r:id="rId3"/>
              </a:rPr>
              <a:t>https://oss.cs.fau.de</a:t>
            </a:r>
            <a:r>
              <a:rPr b="0" lang="en" sz="900"/>
              <a:t> </a:t>
            </a:r>
            <a:endParaRPr b="0" sz="90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94" name="Shape 2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5" name="Google Shape;295;p45"/>
          <p:cNvSpPr txBox="1"/>
          <p:nvPr>
            <p:ph type="title"/>
          </p:nvPr>
        </p:nvSpPr>
        <p:spPr>
          <a:xfrm>
            <a:off x="0" y="0"/>
            <a:ext cx="9144000" cy="685800"/>
          </a:xfrm>
          <a:prstGeom prst="rect">
            <a:avLst/>
          </a:prstGeom>
        </p:spPr>
        <p:txBody>
          <a:bodyPr anchorCtr="0" anchor="ctr" bIns="0" lIns="27430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Example Feature Board and Backlog Items</a:t>
            </a:r>
            <a:endParaRPr/>
          </a:p>
        </p:txBody>
      </p:sp>
      <p:sp>
        <p:nvSpPr>
          <p:cNvPr id="296" name="Google Shape;296;p45"/>
          <p:cNvSpPr txBox="1"/>
          <p:nvPr>
            <p:ph idx="12" type="sldNum"/>
          </p:nvPr>
        </p:nvSpPr>
        <p:spPr>
          <a:xfrm>
            <a:off x="7315202" y="4416550"/>
            <a:ext cx="1828800" cy="7314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>
                <a:solidFill>
                  <a:schemeClr val="dk1"/>
                </a:solidFill>
              </a:rPr>
              <a:t>‹#›</a:t>
            </a:fld>
            <a:endParaRPr>
              <a:solidFill>
                <a:schemeClr val="dk1"/>
              </a:solidFill>
            </a:endParaRPr>
          </a:p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en" sz="900" u="sng">
                <a:solidFill>
                  <a:schemeClr val="hlink"/>
                </a:solidFill>
                <a:hlinkClick r:id="rId3"/>
              </a:rPr>
              <a:t>https://oss.cs.fau.de</a:t>
            </a:r>
            <a:r>
              <a:rPr b="0" lang="en" sz="900"/>
              <a:t> </a:t>
            </a:r>
            <a:endParaRPr/>
          </a:p>
        </p:txBody>
      </p:sp>
      <p:pic>
        <p:nvPicPr>
          <p:cNvPr id="297" name="Google Shape;297;p45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731520"/>
            <a:ext cx="9144001" cy="39319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01" name="Shape 3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02" name="Google Shape;302;p46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-5" y="0"/>
            <a:ext cx="9144003" cy="5268629"/>
          </a:xfrm>
          <a:prstGeom prst="rect">
            <a:avLst/>
          </a:prstGeom>
          <a:noFill/>
          <a:ln>
            <a:noFill/>
          </a:ln>
        </p:spPr>
      </p:pic>
      <p:sp>
        <p:nvSpPr>
          <p:cNvPr id="303" name="Google Shape;303;p46"/>
          <p:cNvSpPr txBox="1"/>
          <p:nvPr/>
        </p:nvSpPr>
        <p:spPr>
          <a:xfrm>
            <a:off x="2286000" y="1428750"/>
            <a:ext cx="4572000" cy="22860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>
                <a:solidFill>
                  <a:schemeClr val="dk1"/>
                </a:solidFill>
              </a:rPr>
              <a:t>The illustrations show labels for estimated and real sizes. Instead of using </a:t>
            </a:r>
            <a:r>
              <a:rPr lang="en" sz="1800">
                <a:solidFill>
                  <a:schemeClr val="dk1"/>
                </a:solidFill>
              </a:rPr>
              <a:t>labels, please use custom fields (see board settings). Please create the two custom fields “Estimated size” and “Real size” of type number.</a:t>
            </a:r>
            <a:endParaRPr sz="1800">
              <a:solidFill>
                <a:schemeClr val="dk1"/>
              </a:solidFill>
            </a:endParaRP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07" name="Shape 3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8" name="Google Shape;308;p47"/>
          <p:cNvSpPr txBox="1"/>
          <p:nvPr>
            <p:ph idx="1" type="body"/>
          </p:nvPr>
        </p:nvSpPr>
        <p:spPr>
          <a:xfrm>
            <a:off x="274320" y="914400"/>
            <a:ext cx="8595300" cy="41148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A backlog item is an</a:t>
            </a:r>
            <a:endParaRPr/>
          </a:p>
          <a:p>
            <a:pPr indent="-342900" lvl="0" marL="457200" rtl="0" algn="l">
              <a:spcBef>
                <a:spcPts val="12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Ideally semantically closed </a:t>
            </a:r>
            <a:r>
              <a:rPr b="1" lang="en"/>
              <a:t>work</a:t>
            </a:r>
            <a:r>
              <a:rPr b="1" lang="en"/>
              <a:t> that needs doing</a:t>
            </a:r>
            <a:endParaRPr b="1"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lang="en"/>
              <a:t>Types of backlog items</a:t>
            </a:r>
            <a:endParaRPr/>
          </a:p>
          <a:p>
            <a:pPr indent="-342900" lvl="0" marL="457200" rtl="0" algn="l">
              <a:spcBef>
                <a:spcPts val="1200"/>
              </a:spcBef>
              <a:spcAft>
                <a:spcPts val="0"/>
              </a:spcAft>
              <a:buSzPts val="1800"/>
              <a:buChar char="●"/>
            </a:pPr>
            <a:r>
              <a:rPr b="1" lang="en"/>
              <a:t>Features</a:t>
            </a:r>
            <a:r>
              <a:rPr lang="en"/>
              <a:t> (functional and non-functional user requirements)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b="1" lang="en"/>
              <a:t>Refactorings</a:t>
            </a:r>
            <a:r>
              <a:rPr lang="en"/>
              <a:t> (behavior-preserving code improvements)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b="1" lang="en"/>
              <a:t>Bug fixes</a:t>
            </a:r>
            <a:r>
              <a:rPr lang="en"/>
              <a:t> (fixes to malfunctioning code)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lang="en"/>
              <a:t>We use GitHub issues to represent backlog items</a:t>
            </a:r>
            <a:endParaRPr/>
          </a:p>
          <a:p>
            <a:pPr indent="-342900" lvl="0" marL="457200" rtl="0" algn="l">
              <a:spcBef>
                <a:spcPts val="12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Either by directly entering them into the GitHub project (the feature board)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Or by entering them as an issue, also assigning them to the feature board</a:t>
            </a:r>
            <a:endParaRPr/>
          </a:p>
        </p:txBody>
      </p:sp>
      <p:sp>
        <p:nvSpPr>
          <p:cNvPr id="309" name="Google Shape;309;p47"/>
          <p:cNvSpPr txBox="1"/>
          <p:nvPr>
            <p:ph type="title"/>
          </p:nvPr>
        </p:nvSpPr>
        <p:spPr>
          <a:xfrm>
            <a:off x="0" y="0"/>
            <a:ext cx="9144000" cy="685800"/>
          </a:xfrm>
          <a:prstGeom prst="rect">
            <a:avLst/>
          </a:prstGeom>
        </p:spPr>
        <p:txBody>
          <a:bodyPr anchorCtr="0" anchor="ctr" bIns="91425" lIns="274300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Backlog Items (Also: Issue, Work Item, Ticket)</a:t>
            </a:r>
            <a:endParaRPr/>
          </a:p>
        </p:txBody>
      </p:sp>
      <p:sp>
        <p:nvSpPr>
          <p:cNvPr id="310" name="Google Shape;310;p47"/>
          <p:cNvSpPr txBox="1"/>
          <p:nvPr>
            <p:ph idx="12" type="sldNum"/>
          </p:nvPr>
        </p:nvSpPr>
        <p:spPr>
          <a:xfrm>
            <a:off x="7315202" y="4416550"/>
            <a:ext cx="1828800" cy="7314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>
                <a:solidFill>
                  <a:schemeClr val="dk1"/>
                </a:solidFill>
              </a:rPr>
              <a:t>‹#›</a:t>
            </a:fld>
            <a:endParaRPr>
              <a:solidFill>
                <a:schemeClr val="dk1"/>
              </a:solidFill>
            </a:endParaRPr>
          </a:p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en" sz="900" u="sng">
                <a:solidFill>
                  <a:schemeClr val="hlink"/>
                </a:solidFill>
                <a:hlinkClick r:id="rId3"/>
              </a:rPr>
              <a:t>https://oss.cs.fau.de</a:t>
            </a:r>
            <a:r>
              <a:rPr b="0" lang="en" sz="900"/>
              <a:t> </a:t>
            </a:r>
            <a:endParaRPr b="0" sz="90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14" name="Shape 3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5" name="Google Shape;315;p48"/>
          <p:cNvSpPr txBox="1"/>
          <p:nvPr>
            <p:ph type="title"/>
          </p:nvPr>
        </p:nvSpPr>
        <p:spPr>
          <a:xfrm>
            <a:off x="0" y="0"/>
            <a:ext cx="9144000" cy="685800"/>
          </a:xfrm>
          <a:prstGeom prst="rect">
            <a:avLst/>
          </a:prstGeom>
        </p:spPr>
        <p:txBody>
          <a:bodyPr anchorCtr="0" anchor="ctr" bIns="0" lIns="27430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Example Feature Using User Story Format</a:t>
            </a:r>
            <a:endParaRPr/>
          </a:p>
        </p:txBody>
      </p:sp>
      <p:sp>
        <p:nvSpPr>
          <p:cNvPr id="316" name="Google Shape;316;p48"/>
          <p:cNvSpPr txBox="1"/>
          <p:nvPr>
            <p:ph idx="12" type="sldNum"/>
          </p:nvPr>
        </p:nvSpPr>
        <p:spPr>
          <a:xfrm>
            <a:off x="7315202" y="4416550"/>
            <a:ext cx="1828800" cy="7314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>
                <a:solidFill>
                  <a:schemeClr val="dk1"/>
                </a:solidFill>
              </a:rPr>
              <a:t>‹#›</a:t>
            </a:fld>
            <a:endParaRPr>
              <a:solidFill>
                <a:schemeClr val="dk1"/>
              </a:solidFill>
            </a:endParaRPr>
          </a:p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en" sz="900" u="sng">
                <a:solidFill>
                  <a:schemeClr val="hlink"/>
                </a:solidFill>
                <a:hlinkClick r:id="rId3"/>
              </a:rPr>
              <a:t>https://oss.cs.fau.de</a:t>
            </a:r>
            <a:r>
              <a:rPr b="0" lang="en" sz="900"/>
              <a:t> </a:t>
            </a:r>
            <a:endParaRPr/>
          </a:p>
        </p:txBody>
      </p:sp>
      <p:pic>
        <p:nvPicPr>
          <p:cNvPr id="317" name="Google Shape;317;p48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1768791" y="914400"/>
            <a:ext cx="5606417" cy="411480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9"/>
          <p:cNvSpPr txBox="1"/>
          <p:nvPr>
            <p:ph type="title"/>
          </p:nvPr>
        </p:nvSpPr>
        <p:spPr>
          <a:xfrm>
            <a:off x="0" y="0"/>
            <a:ext cx="9144000" cy="685800"/>
          </a:xfrm>
          <a:prstGeom prst="rect">
            <a:avLst/>
          </a:prstGeom>
        </p:spPr>
        <p:txBody>
          <a:bodyPr anchorCtr="0" anchor="ctr" bIns="91425" lIns="274300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Using </a:t>
            </a:r>
            <a:r>
              <a:rPr lang="en"/>
              <a:t>Issue Templates for Features</a:t>
            </a:r>
            <a:endParaRPr/>
          </a:p>
        </p:txBody>
      </p:sp>
      <p:sp>
        <p:nvSpPr>
          <p:cNvPr id="323" name="Google Shape;323;p49"/>
          <p:cNvSpPr txBox="1"/>
          <p:nvPr>
            <p:ph idx="1" type="body"/>
          </p:nvPr>
        </p:nvSpPr>
        <p:spPr>
          <a:xfrm>
            <a:off x="274320" y="914400"/>
            <a:ext cx="8595300" cy="41148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Please create a template for feature requests</a:t>
            </a:r>
            <a:endParaRPr/>
          </a:p>
          <a:p>
            <a:pPr indent="-342900" lvl="0" marL="457200" rtl="0" algn="l">
              <a:spcBef>
                <a:spcPts val="12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The template should contain fields for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Short name (already preset as title field)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Short description (using user story)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Acceptance criteria (to test for fulfillment)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Definition of done (from sprint 5 on)</a:t>
            </a:r>
            <a:endParaRPr/>
          </a:p>
          <a:p>
            <a:pPr indent="-342900" lvl="0" marL="457200" rtl="0" algn="l">
              <a:spcBef>
                <a:spcPts val="10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Create custom fields for features sizes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b="1" lang="en"/>
              <a:t>Estimated size = X </a:t>
            </a:r>
            <a:r>
              <a:rPr lang="en"/>
              <a:t> for estimated sizes</a:t>
            </a:r>
            <a:endParaRPr/>
          </a:p>
          <a:p>
            <a:pPr indent="-317500" lvl="2" marL="1371600" rtl="0" algn="l">
              <a:spcBef>
                <a:spcPts val="0"/>
              </a:spcBef>
              <a:spcAft>
                <a:spcPts val="0"/>
              </a:spcAft>
              <a:buSzPts val="1400"/>
              <a:buChar char="■"/>
            </a:pPr>
            <a:r>
              <a:rPr lang="en"/>
              <a:t>Set during sprint planning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b="1" lang="en"/>
              <a:t>Real size = Y </a:t>
            </a:r>
            <a:r>
              <a:rPr lang="en"/>
              <a:t> for actual size</a:t>
            </a:r>
            <a:endParaRPr/>
          </a:p>
          <a:p>
            <a:pPr indent="-317500" lvl="2" marL="1371600" rtl="0" algn="l">
              <a:spcBef>
                <a:spcPts val="0"/>
              </a:spcBef>
              <a:spcAft>
                <a:spcPts val="0"/>
              </a:spcAft>
              <a:buSzPts val="1400"/>
              <a:buChar char="■"/>
            </a:pPr>
            <a:r>
              <a:rPr lang="en"/>
              <a:t>Set during sprint review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lang="en"/>
              <a:t>Feel free to add other templates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1200"/>
              </a:spcAft>
              <a:buNone/>
            </a:pPr>
            <a:r>
              <a:t/>
            </a:r>
            <a:endParaRPr/>
          </a:p>
        </p:txBody>
      </p:sp>
      <p:sp>
        <p:nvSpPr>
          <p:cNvPr id="324" name="Google Shape;324;p49"/>
          <p:cNvSpPr txBox="1"/>
          <p:nvPr>
            <p:ph idx="12" type="sldNum"/>
          </p:nvPr>
        </p:nvSpPr>
        <p:spPr>
          <a:xfrm>
            <a:off x="7315202" y="4416550"/>
            <a:ext cx="1828800" cy="7314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>
                <a:solidFill>
                  <a:schemeClr val="dk1"/>
                </a:solidFill>
              </a:rPr>
              <a:t>‹#›</a:t>
            </a:fld>
            <a:endParaRPr>
              <a:solidFill>
                <a:schemeClr val="dk1"/>
              </a:solidFill>
            </a:endParaRPr>
          </a:p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en" sz="900" u="sng">
                <a:solidFill>
                  <a:schemeClr val="hlink"/>
                </a:solidFill>
                <a:hlinkClick r:id="rId3"/>
              </a:rPr>
              <a:t>https://oss.cs.fau.de</a:t>
            </a:r>
            <a:r>
              <a:rPr b="0" lang="en" sz="900"/>
              <a:t> </a:t>
            </a:r>
            <a:endParaRPr b="0" sz="900"/>
          </a:p>
        </p:txBody>
      </p:sp>
      <p:pic>
        <p:nvPicPr>
          <p:cNvPr id="325" name="Google Shape;325;p49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5341452" y="914400"/>
            <a:ext cx="3528178" cy="3474718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29" name="Shape 3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30" name="Google Shape;330;p50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0" y="2601"/>
            <a:ext cx="9144000" cy="5138284"/>
          </a:xfrm>
          <a:prstGeom prst="rect">
            <a:avLst/>
          </a:prstGeom>
          <a:noFill/>
          <a:ln>
            <a:noFill/>
          </a:ln>
        </p:spPr>
      </p:pic>
      <p:sp>
        <p:nvSpPr>
          <p:cNvPr id="331" name="Google Shape;331;p50"/>
          <p:cNvSpPr/>
          <p:nvPr/>
        </p:nvSpPr>
        <p:spPr>
          <a:xfrm>
            <a:off x="6477900" y="3394200"/>
            <a:ext cx="1188600" cy="813900"/>
          </a:xfrm>
          <a:prstGeom prst="rect">
            <a:avLst/>
          </a:prstGeom>
          <a:noFill/>
          <a:ln cap="flat" cmpd="sng" w="38100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35" name="Shape 3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6" name="Google Shape;336;p51"/>
          <p:cNvSpPr txBox="1"/>
          <p:nvPr>
            <p:ph type="title"/>
          </p:nvPr>
        </p:nvSpPr>
        <p:spPr>
          <a:xfrm>
            <a:off x="0" y="0"/>
            <a:ext cx="9144000" cy="685800"/>
          </a:xfrm>
          <a:prstGeom prst="rect">
            <a:avLst/>
          </a:prstGeom>
        </p:spPr>
        <p:txBody>
          <a:bodyPr anchorCtr="0" anchor="ctr" bIns="91425" lIns="274300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Finishing Features / Closing GitHub Issues</a:t>
            </a:r>
            <a:endParaRPr/>
          </a:p>
        </p:txBody>
      </p:sp>
      <p:sp>
        <p:nvSpPr>
          <p:cNvPr id="337" name="Google Shape;337;p51"/>
          <p:cNvSpPr txBox="1"/>
          <p:nvPr>
            <p:ph idx="1" type="body"/>
          </p:nvPr>
        </p:nvSpPr>
        <p:spPr>
          <a:xfrm>
            <a:off x="274320" y="914400"/>
            <a:ext cx="8595300" cy="41148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A feature board / GitHub project is just a structured view on GitHub issues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lang="en"/>
              <a:t>(We’ll learn that) a product owner decides on whether a feature is done</a:t>
            </a:r>
            <a:endParaRPr/>
          </a:p>
          <a:p>
            <a:pPr indent="-342900" lvl="0" marL="457200" rtl="0" algn="l">
              <a:spcBef>
                <a:spcPts val="12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After the decision, everyone can close the issue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And you should close issues!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lang="en"/>
              <a:t>You can connect your pull requests to issues and close them automatically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1200"/>
              </a:spcAft>
              <a:buNone/>
            </a:pPr>
            <a:r>
              <a:t/>
            </a:r>
            <a:endParaRPr/>
          </a:p>
        </p:txBody>
      </p:sp>
      <p:sp>
        <p:nvSpPr>
          <p:cNvPr id="338" name="Google Shape;338;p51"/>
          <p:cNvSpPr txBox="1"/>
          <p:nvPr>
            <p:ph idx="12" type="sldNum"/>
          </p:nvPr>
        </p:nvSpPr>
        <p:spPr>
          <a:xfrm>
            <a:off x="7315202" y="4416550"/>
            <a:ext cx="1828800" cy="7314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en" sz="900" u="sng">
                <a:solidFill>
                  <a:schemeClr val="hlink"/>
                </a:solidFill>
                <a:hlinkClick r:id="rId3"/>
              </a:rPr>
              <a:t>https://oss.cs.fau.de</a:t>
            </a:r>
            <a:r>
              <a:rPr b="0" lang="en" sz="900">
                <a:solidFill>
                  <a:schemeClr val="dk2"/>
                </a:solidFill>
              </a:rPr>
              <a:t> </a:t>
            </a:r>
            <a:endParaRPr b="0" sz="900">
              <a:solidFill>
                <a:schemeClr val="dk2"/>
              </a:solidFill>
            </a:endParaRP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42" name="Shape 3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3" name="Google Shape;343;p52"/>
          <p:cNvSpPr txBox="1"/>
          <p:nvPr>
            <p:ph type="title"/>
          </p:nvPr>
        </p:nvSpPr>
        <p:spPr>
          <a:xfrm>
            <a:off x="0" y="0"/>
            <a:ext cx="9144000" cy="685800"/>
          </a:xfrm>
          <a:prstGeom prst="rect">
            <a:avLst/>
          </a:prstGeom>
        </p:spPr>
        <p:txBody>
          <a:bodyPr anchorCtr="0" anchor="ctr" bIns="91425" lIns="274300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Regular Deliverable: Feature Board</a:t>
            </a:r>
            <a:endParaRPr/>
          </a:p>
        </p:txBody>
      </p:sp>
      <p:sp>
        <p:nvSpPr>
          <p:cNvPr id="344" name="Google Shape;344;p52"/>
          <p:cNvSpPr txBox="1"/>
          <p:nvPr>
            <p:ph idx="1" type="body"/>
          </p:nvPr>
        </p:nvSpPr>
        <p:spPr>
          <a:xfrm>
            <a:off x="274320" y="914400"/>
            <a:ext cx="8595300" cy="41148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Please initialize your feature board and keep it up-to-date</a:t>
            </a:r>
            <a:endParaRPr/>
          </a:p>
          <a:p>
            <a:pPr indent="-342900" lvl="0" marL="457200" rtl="0" algn="l">
              <a:spcBef>
                <a:spcPts val="12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For the initial content, meet with your industry partner asap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1200"/>
              </a:spcAft>
              <a:buNone/>
            </a:pPr>
            <a:r>
              <a:rPr lang="en"/>
              <a:t>Commit a screenshot of your feature board</a:t>
            </a:r>
            <a:endParaRPr/>
          </a:p>
        </p:txBody>
      </p:sp>
      <p:sp>
        <p:nvSpPr>
          <p:cNvPr id="345" name="Google Shape;345;p52"/>
          <p:cNvSpPr txBox="1"/>
          <p:nvPr>
            <p:ph idx="12" type="sldNum"/>
          </p:nvPr>
        </p:nvSpPr>
        <p:spPr>
          <a:xfrm>
            <a:off x="7315202" y="4416550"/>
            <a:ext cx="1828800" cy="7314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>
                <a:solidFill>
                  <a:schemeClr val="dk1"/>
                </a:solidFill>
              </a:rPr>
              <a:t>‹#›</a:t>
            </a:fld>
            <a:endParaRPr>
              <a:solidFill>
                <a:schemeClr val="dk1"/>
              </a:solidFill>
            </a:endParaRPr>
          </a:p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en" sz="900" u="sng">
                <a:solidFill>
                  <a:schemeClr val="hlink"/>
                </a:solidFill>
                <a:hlinkClick r:id="rId3"/>
              </a:rPr>
              <a:t>https://oss.cs.fau.de</a:t>
            </a:r>
            <a:r>
              <a:rPr b="0" lang="en" sz="900"/>
              <a:t> </a:t>
            </a:r>
            <a:endParaRPr b="0" sz="900"/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49" name="Shape 3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0" name="Google Shape;350;p53"/>
          <p:cNvSpPr txBox="1"/>
          <p:nvPr>
            <p:ph type="title"/>
          </p:nvPr>
        </p:nvSpPr>
        <p:spPr>
          <a:xfrm>
            <a:off x="0" y="-7"/>
            <a:ext cx="9144000" cy="2386500"/>
          </a:xfrm>
          <a:prstGeom prst="rect">
            <a:avLst/>
          </a:prstGeom>
        </p:spPr>
        <p:txBody>
          <a:bodyPr anchorCtr="0" anchor="b" bIns="274300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6. Code Repository</a:t>
            </a:r>
            <a:endParaRPr/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54" name="Shape 3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5" name="Google Shape;355;p54"/>
          <p:cNvSpPr txBox="1"/>
          <p:nvPr>
            <p:ph type="title"/>
          </p:nvPr>
        </p:nvSpPr>
        <p:spPr>
          <a:xfrm>
            <a:off x="0" y="0"/>
            <a:ext cx="9144000" cy="685800"/>
          </a:xfrm>
          <a:prstGeom prst="rect">
            <a:avLst/>
          </a:prstGeom>
        </p:spPr>
        <p:txBody>
          <a:bodyPr anchorCtr="0" anchor="ctr" bIns="91425" lIns="274300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Git User Setup</a:t>
            </a:r>
            <a:endParaRPr/>
          </a:p>
        </p:txBody>
      </p:sp>
      <p:sp>
        <p:nvSpPr>
          <p:cNvPr id="356" name="Google Shape;356;p54"/>
          <p:cNvSpPr txBox="1"/>
          <p:nvPr>
            <p:ph idx="1" type="body"/>
          </p:nvPr>
        </p:nvSpPr>
        <p:spPr>
          <a:xfrm>
            <a:off x="274320" y="914400"/>
            <a:ext cx="8595300" cy="41148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Please use only one account and </a:t>
            </a:r>
            <a:r>
              <a:rPr b="1" lang="en"/>
              <a:t>one email address and stick to it</a:t>
            </a:r>
            <a:endParaRPr b="1"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lang="en"/>
              <a:t>Please configure your name and email address for your local repository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1200"/>
              </a:spcAft>
              <a:buNone/>
            </a:pPr>
            <a:r>
              <a:rPr lang="en"/>
              <a:t>Please make sure this is the same information as on github.com</a:t>
            </a:r>
            <a:endParaRPr/>
          </a:p>
        </p:txBody>
      </p:sp>
      <p:sp>
        <p:nvSpPr>
          <p:cNvPr id="357" name="Google Shape;357;p54"/>
          <p:cNvSpPr txBox="1"/>
          <p:nvPr>
            <p:ph idx="12" type="sldNum"/>
          </p:nvPr>
        </p:nvSpPr>
        <p:spPr>
          <a:xfrm>
            <a:off x="7315202" y="4416550"/>
            <a:ext cx="1828800" cy="7314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>
                <a:solidFill>
                  <a:schemeClr val="dk1"/>
                </a:solidFill>
              </a:rPr>
              <a:t>‹#›</a:t>
            </a:fld>
            <a:endParaRPr>
              <a:solidFill>
                <a:schemeClr val="dk1"/>
              </a:solidFill>
            </a:endParaRPr>
          </a:p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en" sz="900" u="sng">
                <a:solidFill>
                  <a:schemeClr val="hlink"/>
                </a:solidFill>
                <a:hlinkClick r:id="rId3"/>
              </a:rPr>
              <a:t>https://oss.cs.fau.de</a:t>
            </a:r>
            <a:r>
              <a:rPr b="0" lang="en" sz="900"/>
              <a:t> </a:t>
            </a:r>
            <a:endParaRPr b="0" sz="900"/>
          </a:p>
        </p:txBody>
      </p:sp>
      <p:sp>
        <p:nvSpPr>
          <p:cNvPr id="358" name="Google Shape;358;p54"/>
          <p:cNvSpPr txBox="1"/>
          <p:nvPr/>
        </p:nvSpPr>
        <p:spPr>
          <a:xfrm>
            <a:off x="274320" y="2286000"/>
            <a:ext cx="8595300" cy="13716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500">
                <a:latin typeface="Courier New"/>
                <a:ea typeface="Courier New"/>
                <a:cs typeface="Courier New"/>
                <a:sym typeface="Courier New"/>
              </a:rPr>
              <a:t>dirk@host$ git config </a:t>
            </a:r>
            <a:r>
              <a:rPr lang="en" sz="1500">
                <a:latin typeface="Courier New"/>
                <a:ea typeface="Courier New"/>
                <a:cs typeface="Courier New"/>
                <a:sym typeface="Courier New"/>
              </a:rPr>
              <a:t>--</a:t>
            </a:r>
            <a:r>
              <a:rPr lang="en" sz="1500">
                <a:latin typeface="Courier New"/>
                <a:ea typeface="Courier New"/>
                <a:cs typeface="Courier New"/>
                <a:sym typeface="Courier New"/>
              </a:rPr>
              <a:t>local</a:t>
            </a:r>
            <a:r>
              <a:rPr lang="en" sz="1500">
                <a:latin typeface="Courier New"/>
                <a:ea typeface="Courier New"/>
                <a:cs typeface="Courier New"/>
                <a:sym typeface="Courier New"/>
              </a:rPr>
              <a:t> user.name "Dirk Riehle"</a:t>
            </a:r>
            <a:endParaRPr sz="1500"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500">
                <a:latin typeface="Courier New"/>
                <a:ea typeface="Courier New"/>
                <a:cs typeface="Courier New"/>
                <a:sym typeface="Courier New"/>
              </a:rPr>
              <a:t>dirk@host$ git config </a:t>
            </a:r>
            <a:r>
              <a:rPr lang="en" sz="1500">
                <a:latin typeface="Courier New"/>
                <a:ea typeface="Courier New"/>
                <a:cs typeface="Courier New"/>
                <a:sym typeface="Courier New"/>
              </a:rPr>
              <a:t>--</a:t>
            </a:r>
            <a:r>
              <a:rPr lang="en" sz="1500">
                <a:latin typeface="Courier New"/>
                <a:ea typeface="Courier New"/>
                <a:cs typeface="Courier New"/>
                <a:sym typeface="Courier New"/>
              </a:rPr>
              <a:t>local user.email "dirk@riehle.org"</a:t>
            </a:r>
            <a:endParaRPr sz="1500">
              <a:latin typeface="Courier New"/>
              <a:ea typeface="Courier New"/>
              <a:cs typeface="Courier New"/>
              <a:sym typeface="Courier New"/>
            </a:endParaRP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62" name="Shape 3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3" name="Google Shape;363;p55"/>
          <p:cNvSpPr txBox="1"/>
          <p:nvPr>
            <p:ph type="title"/>
          </p:nvPr>
        </p:nvSpPr>
        <p:spPr>
          <a:xfrm>
            <a:off x="0" y="0"/>
            <a:ext cx="9144000" cy="685800"/>
          </a:xfrm>
          <a:prstGeom prst="rect">
            <a:avLst/>
          </a:prstGeom>
        </p:spPr>
        <p:txBody>
          <a:bodyPr anchorCtr="0" anchor="ctr" bIns="91425" lIns="274300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Git Commit Sign-off</a:t>
            </a:r>
            <a:endParaRPr/>
          </a:p>
        </p:txBody>
      </p:sp>
      <p:sp>
        <p:nvSpPr>
          <p:cNvPr id="364" name="Google Shape;364;p55"/>
          <p:cNvSpPr txBox="1"/>
          <p:nvPr>
            <p:ph idx="1" type="body"/>
          </p:nvPr>
        </p:nvSpPr>
        <p:spPr>
          <a:xfrm>
            <a:off x="274320" y="914400"/>
            <a:ext cx="8595300" cy="41148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Please sign-off on your commits as your work using –signoff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lang="en"/>
              <a:t>This will add your name and email address to the commit message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1200"/>
              </a:spcAft>
              <a:buNone/>
            </a:pPr>
            <a:r>
              <a:rPr lang="en"/>
              <a:t>This signifies that you agree with the project license </a:t>
            </a:r>
            <a:endParaRPr/>
          </a:p>
        </p:txBody>
      </p:sp>
      <p:sp>
        <p:nvSpPr>
          <p:cNvPr id="365" name="Google Shape;365;p55"/>
          <p:cNvSpPr txBox="1"/>
          <p:nvPr>
            <p:ph idx="12" type="sldNum"/>
          </p:nvPr>
        </p:nvSpPr>
        <p:spPr>
          <a:xfrm>
            <a:off x="7315202" y="4416550"/>
            <a:ext cx="1828800" cy="7314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>
                <a:solidFill>
                  <a:schemeClr val="dk1"/>
                </a:solidFill>
              </a:rPr>
              <a:t>‹#›</a:t>
            </a:fld>
            <a:endParaRPr>
              <a:solidFill>
                <a:schemeClr val="dk1"/>
              </a:solidFill>
            </a:endParaRPr>
          </a:p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en" sz="900" u="sng">
                <a:solidFill>
                  <a:schemeClr val="hlink"/>
                </a:solidFill>
                <a:hlinkClick r:id="rId3"/>
              </a:rPr>
              <a:t>https://oss.cs.fau.de</a:t>
            </a:r>
            <a:r>
              <a:rPr b="0" lang="en" sz="900"/>
              <a:t> </a:t>
            </a:r>
            <a:endParaRPr b="0" sz="900"/>
          </a:p>
        </p:txBody>
      </p:sp>
      <p:sp>
        <p:nvSpPr>
          <p:cNvPr id="366" name="Google Shape;366;p55"/>
          <p:cNvSpPr txBox="1"/>
          <p:nvPr/>
        </p:nvSpPr>
        <p:spPr>
          <a:xfrm>
            <a:off x="274320" y="2286000"/>
            <a:ext cx="8595300" cy="13716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500">
                <a:latin typeface="Courier New"/>
                <a:ea typeface="Courier New"/>
                <a:cs typeface="Courier New"/>
                <a:sym typeface="Courier New"/>
              </a:rPr>
              <a:t>dirk@host$ git commit -m "Fixed issue #123" --signoff</a:t>
            </a:r>
            <a:endParaRPr sz="1500">
              <a:latin typeface="Courier New"/>
              <a:ea typeface="Courier New"/>
              <a:cs typeface="Courier New"/>
              <a:sym typeface="Courier New"/>
            </a:endParaRP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70" name="Shape 3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1" name="Google Shape;371;p56"/>
          <p:cNvSpPr txBox="1"/>
          <p:nvPr>
            <p:ph type="title"/>
          </p:nvPr>
        </p:nvSpPr>
        <p:spPr>
          <a:xfrm>
            <a:off x="0" y="0"/>
            <a:ext cx="9144000" cy="685800"/>
          </a:xfrm>
          <a:prstGeom prst="rect">
            <a:avLst/>
          </a:prstGeom>
        </p:spPr>
        <p:txBody>
          <a:bodyPr anchorCtr="0" anchor="ctr" bIns="91425" lIns="274300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Pair Programming / Co-Authoring</a:t>
            </a:r>
            <a:endParaRPr/>
          </a:p>
        </p:txBody>
      </p:sp>
      <p:sp>
        <p:nvSpPr>
          <p:cNvPr id="372" name="Google Shape;372;p56"/>
          <p:cNvSpPr txBox="1"/>
          <p:nvPr>
            <p:ph idx="1" type="body"/>
          </p:nvPr>
        </p:nvSpPr>
        <p:spPr>
          <a:xfrm>
            <a:off x="274320" y="914400"/>
            <a:ext cx="8595300" cy="41148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If you are pair programming, please make sure you document this in your commits</a:t>
            </a:r>
            <a:endParaRPr/>
          </a:p>
          <a:p>
            <a:pPr indent="-342900" lvl="0" marL="457200" rtl="0" algn="l">
              <a:spcBef>
                <a:spcPts val="12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Add “Co-authored-by:” to commit message using </a:t>
            </a:r>
            <a:r>
              <a:rPr b="1" lang="en"/>
              <a:t>the correct email address</a:t>
            </a:r>
            <a:endParaRPr b="1"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D</a:t>
            </a:r>
            <a:r>
              <a:rPr lang="en"/>
              <a:t>ouble-check the syntax (otherwise co-authorship will not be recognized)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t/>
            </a:r>
            <a:endParaRPr b="1"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b="1" lang="en"/>
              <a:t>Each co-authored-by needs to be on its own line to be recognized</a:t>
            </a:r>
            <a:endParaRPr b="1"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lang="en"/>
              <a:t>Declaring collaboration in the feature board is not enough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1200"/>
              </a:spcAft>
              <a:buNone/>
            </a:pPr>
            <a:r>
              <a:rPr lang="en"/>
              <a:t>Please find </a:t>
            </a:r>
            <a:r>
              <a:rPr lang="en" u="sng">
                <a:solidFill>
                  <a:schemeClr val="hlink"/>
                </a:solidFill>
                <a:hlinkClick r:id="rId3"/>
              </a:rPr>
              <a:t>more detailed information on GitHub</a:t>
            </a:r>
            <a:endParaRPr/>
          </a:p>
        </p:txBody>
      </p:sp>
      <p:sp>
        <p:nvSpPr>
          <p:cNvPr id="373" name="Google Shape;373;p56"/>
          <p:cNvSpPr txBox="1"/>
          <p:nvPr>
            <p:ph idx="12" type="sldNum"/>
          </p:nvPr>
        </p:nvSpPr>
        <p:spPr>
          <a:xfrm>
            <a:off x="7315202" y="4416550"/>
            <a:ext cx="1828800" cy="7314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>
                <a:solidFill>
                  <a:schemeClr val="dk1"/>
                </a:solidFill>
              </a:rPr>
              <a:t>‹#›</a:t>
            </a:fld>
            <a:endParaRPr>
              <a:solidFill>
                <a:schemeClr val="dk1"/>
              </a:solidFill>
            </a:endParaRPr>
          </a:p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en" sz="900" u="sng">
                <a:solidFill>
                  <a:schemeClr val="hlink"/>
                </a:solidFill>
                <a:hlinkClick r:id="rId4"/>
              </a:rPr>
              <a:t>https://oss.cs.fau.de</a:t>
            </a:r>
            <a:r>
              <a:rPr b="0" lang="en" sz="900"/>
              <a:t> </a:t>
            </a:r>
            <a:endParaRPr b="0" sz="900"/>
          </a:p>
        </p:txBody>
      </p:sp>
      <p:sp>
        <p:nvSpPr>
          <p:cNvPr id="374" name="Google Shape;374;p56"/>
          <p:cNvSpPr txBox="1"/>
          <p:nvPr/>
        </p:nvSpPr>
        <p:spPr>
          <a:xfrm>
            <a:off x="274325" y="2148840"/>
            <a:ext cx="8595300" cy="1245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500">
                <a:latin typeface="Courier New"/>
                <a:ea typeface="Courier New"/>
                <a:cs typeface="Courier New"/>
                <a:sym typeface="Courier New"/>
              </a:rPr>
              <a:t>dirk@host$ git commit -a -m "Fixed problem</a:t>
            </a:r>
            <a:endParaRPr sz="1500"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500">
                <a:latin typeface="Courier New"/>
                <a:ea typeface="Courier New"/>
                <a:cs typeface="Courier New"/>
                <a:sym typeface="Courier New"/>
              </a:rPr>
              <a:t>&gt; </a:t>
            </a:r>
            <a:endParaRPr sz="1500"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500">
                <a:latin typeface="Courier New"/>
                <a:ea typeface="Courier New"/>
                <a:cs typeface="Courier New"/>
                <a:sym typeface="Courier New"/>
              </a:rPr>
              <a:t>&gt;</a:t>
            </a:r>
            <a:endParaRPr sz="1500"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500">
                <a:latin typeface="Courier New"/>
                <a:ea typeface="Courier New"/>
                <a:cs typeface="Courier New"/>
                <a:sym typeface="Courier New"/>
              </a:rPr>
              <a:t>Co-authored-by: Stefan Buchner &lt;</a:t>
            </a:r>
            <a:r>
              <a:rPr lang="en" sz="1500" u="sng">
                <a:solidFill>
                  <a:schemeClr val="hlink"/>
                </a:solidFill>
                <a:latin typeface="Courier New"/>
                <a:ea typeface="Courier New"/>
                <a:cs typeface="Courier New"/>
                <a:sym typeface="Courier New"/>
                <a:hlinkClick r:id="rId5"/>
              </a:rPr>
              <a:t>stefan.buchner@fau.de</a:t>
            </a:r>
            <a:r>
              <a:rPr lang="en" sz="1500">
                <a:latin typeface="Courier New"/>
                <a:ea typeface="Courier New"/>
                <a:cs typeface="Courier New"/>
                <a:sym typeface="Courier New"/>
              </a:rPr>
              <a:t>&gt;</a:t>
            </a:r>
            <a:r>
              <a:rPr lang="en" sz="1500">
                <a:solidFill>
                  <a:schemeClr val="dk1"/>
                </a:solidFill>
                <a:latin typeface="Courier New"/>
                <a:ea typeface="Courier New"/>
                <a:cs typeface="Courier New"/>
                <a:sym typeface="Courier New"/>
              </a:rPr>
              <a:t>"</a:t>
            </a:r>
            <a:endParaRPr sz="1500"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500">
              <a:latin typeface="Courier New"/>
              <a:ea typeface="Courier New"/>
              <a:cs typeface="Courier New"/>
              <a:sym typeface="Courier New"/>
            </a:endParaRP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78" name="Shape 3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9" name="Google Shape;379;p57"/>
          <p:cNvSpPr txBox="1"/>
          <p:nvPr>
            <p:ph type="title"/>
          </p:nvPr>
        </p:nvSpPr>
        <p:spPr>
          <a:xfrm>
            <a:off x="0" y="0"/>
            <a:ext cx="9144000" cy="685800"/>
          </a:xfrm>
          <a:prstGeom prst="rect">
            <a:avLst/>
          </a:prstGeom>
        </p:spPr>
        <p:txBody>
          <a:bodyPr anchorCtr="0" anchor="ctr" bIns="91425" lIns="274300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Version Control and Feature Branches</a:t>
            </a:r>
            <a:endParaRPr/>
          </a:p>
        </p:txBody>
      </p:sp>
      <p:sp>
        <p:nvSpPr>
          <p:cNvPr id="380" name="Google Shape;380;p57"/>
          <p:cNvSpPr txBox="1"/>
          <p:nvPr>
            <p:ph idx="12" type="sldNum"/>
          </p:nvPr>
        </p:nvSpPr>
        <p:spPr>
          <a:xfrm>
            <a:off x="7315202" y="4416550"/>
            <a:ext cx="1828800" cy="7314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en" sz="900" u="sng">
                <a:solidFill>
                  <a:schemeClr val="hlink"/>
                </a:solidFill>
                <a:hlinkClick r:id="rId3"/>
              </a:rPr>
              <a:t>https://oss.cs.fau.de</a:t>
            </a:r>
            <a:r>
              <a:rPr b="0" lang="en" sz="900">
                <a:solidFill>
                  <a:schemeClr val="dk2"/>
                </a:solidFill>
              </a:rPr>
              <a:t> </a:t>
            </a:r>
            <a:endParaRPr b="0" sz="900">
              <a:solidFill>
                <a:schemeClr val="dk2"/>
              </a:solidFill>
            </a:endParaRPr>
          </a:p>
        </p:txBody>
      </p:sp>
      <p:pic>
        <p:nvPicPr>
          <p:cNvPr id="381" name="Google Shape;381;p57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731520"/>
            <a:ext cx="9144001" cy="39319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85" name="Shape 3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6" name="Google Shape;386;p58"/>
          <p:cNvSpPr txBox="1"/>
          <p:nvPr>
            <p:ph type="title"/>
          </p:nvPr>
        </p:nvSpPr>
        <p:spPr>
          <a:xfrm>
            <a:off x="0" y="0"/>
            <a:ext cx="9144000" cy="685800"/>
          </a:xfrm>
          <a:prstGeom prst="rect">
            <a:avLst/>
          </a:prstGeom>
        </p:spPr>
        <p:txBody>
          <a:bodyPr anchorCtr="0" anchor="ctr" bIns="91425" lIns="274300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Making Your Work Count</a:t>
            </a:r>
            <a:endParaRPr/>
          </a:p>
        </p:txBody>
      </p:sp>
      <p:sp>
        <p:nvSpPr>
          <p:cNvPr id="387" name="Google Shape;387;p58"/>
          <p:cNvSpPr txBox="1"/>
          <p:nvPr>
            <p:ph idx="1" type="body"/>
          </p:nvPr>
        </p:nvSpPr>
        <p:spPr>
          <a:xfrm>
            <a:off x="274320" y="914400"/>
            <a:ext cx="8595300" cy="41148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We use git, not GitHub [1], to look at your work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lang="en"/>
              <a:t>If you want your work to count,</a:t>
            </a:r>
            <a:endParaRPr/>
          </a:p>
          <a:p>
            <a:pPr indent="-342900" lvl="0" marL="457200" rtl="0" algn="l">
              <a:spcBef>
                <a:spcPts val="12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Do not squash your commits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Do not delete branches with relevant work</a:t>
            </a:r>
            <a:endParaRPr/>
          </a:p>
        </p:txBody>
      </p:sp>
      <p:sp>
        <p:nvSpPr>
          <p:cNvPr id="388" name="Google Shape;388;p58"/>
          <p:cNvSpPr txBox="1"/>
          <p:nvPr>
            <p:ph idx="12" type="sldNum"/>
          </p:nvPr>
        </p:nvSpPr>
        <p:spPr>
          <a:xfrm>
            <a:off x="7315202" y="4416550"/>
            <a:ext cx="1828800" cy="7314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>
                <a:solidFill>
                  <a:schemeClr val="dk1"/>
                </a:solidFill>
              </a:rPr>
              <a:t>‹#›</a:t>
            </a:fld>
            <a:endParaRPr>
              <a:solidFill>
                <a:schemeClr val="dk1"/>
              </a:solidFill>
            </a:endParaRPr>
          </a:p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en" sz="900" u="sng">
                <a:solidFill>
                  <a:schemeClr val="hlink"/>
                </a:solidFill>
                <a:hlinkClick r:id="rId3"/>
              </a:rPr>
              <a:t>https://oss.cs.fau.de</a:t>
            </a:r>
            <a:r>
              <a:rPr b="0" lang="en" sz="900"/>
              <a:t> </a:t>
            </a:r>
            <a:endParaRPr b="0" sz="900"/>
          </a:p>
        </p:txBody>
      </p:sp>
      <p:sp>
        <p:nvSpPr>
          <p:cNvPr id="389" name="Google Shape;389;p58"/>
          <p:cNvSpPr txBox="1"/>
          <p:nvPr/>
        </p:nvSpPr>
        <p:spPr>
          <a:xfrm>
            <a:off x="0" y="4233672"/>
            <a:ext cx="7315200" cy="9144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[1] The GitHub interface / GitHub insights does not display your data correctly</a:t>
            </a:r>
            <a:endParaRPr/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93" name="Shape 3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4" name="Google Shape;394;p59"/>
          <p:cNvSpPr txBox="1"/>
          <p:nvPr>
            <p:ph type="title"/>
          </p:nvPr>
        </p:nvSpPr>
        <p:spPr>
          <a:xfrm>
            <a:off x="0" y="0"/>
            <a:ext cx="9144000" cy="685800"/>
          </a:xfrm>
          <a:prstGeom prst="rect">
            <a:avLst/>
          </a:prstGeom>
        </p:spPr>
        <p:txBody>
          <a:bodyPr anchorCtr="0" anchor="ctr" bIns="91425" lIns="274300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Collaboration Models</a:t>
            </a:r>
            <a:endParaRPr/>
          </a:p>
        </p:txBody>
      </p:sp>
      <p:sp>
        <p:nvSpPr>
          <p:cNvPr id="395" name="Google Shape;395;p59"/>
          <p:cNvSpPr txBox="1"/>
          <p:nvPr>
            <p:ph idx="1" type="body"/>
          </p:nvPr>
        </p:nvSpPr>
        <p:spPr>
          <a:xfrm>
            <a:off x="274320" y="914400"/>
            <a:ext cx="8595300" cy="41148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If you choose a “review required” collaboration model,</a:t>
            </a:r>
            <a:endParaRPr/>
          </a:p>
          <a:p>
            <a:pPr indent="-342900" lvl="0" marL="457200" rtl="0" algn="l">
              <a:spcBef>
                <a:spcPts val="12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We will take reviewing as a valid contribution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lang="en"/>
              <a:t>We suggest that f</a:t>
            </a:r>
            <a:r>
              <a:rPr lang="en"/>
              <a:t>or each merge (pull) request you perform,</a:t>
            </a:r>
            <a:endParaRPr/>
          </a:p>
          <a:p>
            <a:pPr indent="-342900" lvl="0" marL="457200" rtl="0" algn="l">
              <a:spcBef>
                <a:spcPts val="12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You owe your team one merge request review [1]</a:t>
            </a:r>
            <a:endParaRPr>
              <a:solidFill>
                <a:schemeClr val="accent2"/>
              </a:solidFill>
            </a:endParaRPr>
          </a:p>
        </p:txBody>
      </p:sp>
      <p:sp>
        <p:nvSpPr>
          <p:cNvPr id="396" name="Google Shape;396;p59"/>
          <p:cNvSpPr txBox="1"/>
          <p:nvPr>
            <p:ph idx="12" type="sldNum"/>
          </p:nvPr>
        </p:nvSpPr>
        <p:spPr>
          <a:xfrm>
            <a:off x="7315202" y="4416550"/>
            <a:ext cx="1828800" cy="7314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en" sz="900" u="sng">
                <a:solidFill>
                  <a:schemeClr val="hlink"/>
                </a:solidFill>
                <a:hlinkClick r:id="rId3"/>
              </a:rPr>
              <a:t>https://oss.cs.fau.de</a:t>
            </a:r>
            <a:r>
              <a:rPr b="0" lang="en" sz="900">
                <a:solidFill>
                  <a:schemeClr val="dk2"/>
                </a:solidFill>
              </a:rPr>
              <a:t> </a:t>
            </a:r>
            <a:endParaRPr b="0" sz="900">
              <a:solidFill>
                <a:schemeClr val="dk2"/>
              </a:solidFill>
            </a:endParaRPr>
          </a:p>
        </p:txBody>
      </p:sp>
      <p:sp>
        <p:nvSpPr>
          <p:cNvPr id="397" name="Google Shape;397;p59"/>
          <p:cNvSpPr txBox="1"/>
          <p:nvPr/>
        </p:nvSpPr>
        <p:spPr>
          <a:xfrm>
            <a:off x="0" y="4233672"/>
            <a:ext cx="7315200" cy="9144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[1] Consider adding this to the team contract</a:t>
            </a:r>
            <a:endParaRPr/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01" name="Shape 4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2" name="Google Shape;402;p60"/>
          <p:cNvSpPr txBox="1"/>
          <p:nvPr>
            <p:ph type="title"/>
          </p:nvPr>
        </p:nvSpPr>
        <p:spPr>
          <a:xfrm>
            <a:off x="0" y="0"/>
            <a:ext cx="9144000" cy="685800"/>
          </a:xfrm>
          <a:prstGeom prst="rect">
            <a:avLst/>
          </a:prstGeom>
        </p:spPr>
        <p:txBody>
          <a:bodyPr anchorCtr="0" anchor="ctr" bIns="91425" lIns="274300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The AMOS Project Licenses</a:t>
            </a:r>
            <a:endParaRPr/>
          </a:p>
        </p:txBody>
      </p:sp>
      <p:sp>
        <p:nvSpPr>
          <p:cNvPr id="403" name="Google Shape;403;p60"/>
          <p:cNvSpPr txBox="1"/>
          <p:nvPr>
            <p:ph idx="1" type="body"/>
          </p:nvPr>
        </p:nvSpPr>
        <p:spPr>
          <a:xfrm>
            <a:off x="274320" y="914400"/>
            <a:ext cx="8595300" cy="41148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For source code, we use the MIT license</a:t>
            </a:r>
            <a:endParaRPr/>
          </a:p>
          <a:p>
            <a:pPr indent="-342900" lvl="0" marL="457200" rtl="0" algn="l">
              <a:spcBef>
                <a:spcPts val="12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See </a:t>
            </a:r>
            <a:r>
              <a:rPr lang="en" u="sng">
                <a:solidFill>
                  <a:schemeClr val="hlink"/>
                </a:solidFill>
                <a:hlinkClick r:id="rId3"/>
              </a:rPr>
              <a:t>https://opensource.org/licenses/MIT</a:t>
            </a:r>
            <a:r>
              <a:rPr lang="en"/>
              <a:t> 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lang="en"/>
              <a:t>For other data, we use the CC BY 4.0 license</a:t>
            </a:r>
            <a:endParaRPr/>
          </a:p>
          <a:p>
            <a:pPr indent="-342900" lvl="0" marL="457200" rtl="0" algn="l">
              <a:spcBef>
                <a:spcPts val="12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See </a:t>
            </a:r>
            <a:r>
              <a:rPr lang="en" u="sng">
                <a:solidFill>
                  <a:schemeClr val="hlink"/>
                </a:solidFill>
                <a:hlinkClick r:id="rId4"/>
              </a:rPr>
              <a:t>https://creativecommons.org/licenses/by/4.0/</a:t>
            </a:r>
            <a:r>
              <a:rPr lang="en"/>
              <a:t> 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1200"/>
              </a:spcAft>
              <a:buNone/>
            </a:pPr>
            <a:r>
              <a:t/>
            </a:r>
            <a:endParaRPr/>
          </a:p>
        </p:txBody>
      </p:sp>
      <p:sp>
        <p:nvSpPr>
          <p:cNvPr id="404" name="Google Shape;404;p60"/>
          <p:cNvSpPr txBox="1"/>
          <p:nvPr>
            <p:ph idx="12" type="sldNum"/>
          </p:nvPr>
        </p:nvSpPr>
        <p:spPr>
          <a:xfrm>
            <a:off x="7315202" y="4416550"/>
            <a:ext cx="1828800" cy="7314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>
                <a:solidFill>
                  <a:schemeClr val="dk1"/>
                </a:solidFill>
              </a:rPr>
              <a:t>‹#›</a:t>
            </a:fld>
            <a:endParaRPr>
              <a:solidFill>
                <a:schemeClr val="dk1"/>
              </a:solidFill>
            </a:endParaRPr>
          </a:p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en" sz="900" u="sng">
                <a:solidFill>
                  <a:schemeClr val="hlink"/>
                </a:solidFill>
                <a:hlinkClick r:id="rId5"/>
              </a:rPr>
              <a:t>https://oss.cs.fau.de</a:t>
            </a:r>
            <a:r>
              <a:rPr b="0" lang="en" sz="900"/>
              <a:t> </a:t>
            </a:r>
            <a:endParaRPr b="0" sz="900"/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08" name="Shape 40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9" name="Google Shape;409;p61"/>
          <p:cNvSpPr txBox="1"/>
          <p:nvPr>
            <p:ph type="title"/>
          </p:nvPr>
        </p:nvSpPr>
        <p:spPr>
          <a:xfrm>
            <a:off x="0" y="0"/>
            <a:ext cx="9144000" cy="685800"/>
          </a:xfrm>
          <a:prstGeom prst="rect">
            <a:avLst/>
          </a:prstGeom>
        </p:spPr>
        <p:txBody>
          <a:bodyPr anchorCtr="0" anchor="ctr" bIns="91425" lIns="274300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License and Copyright Declaration in Files</a:t>
            </a:r>
            <a:endParaRPr/>
          </a:p>
        </p:txBody>
      </p:sp>
      <p:sp>
        <p:nvSpPr>
          <p:cNvPr id="410" name="Google Shape;410;p61"/>
          <p:cNvSpPr txBox="1"/>
          <p:nvPr>
            <p:ph idx="1" type="body"/>
          </p:nvPr>
        </p:nvSpPr>
        <p:spPr>
          <a:xfrm>
            <a:off x="274320" y="914400"/>
            <a:ext cx="8595300" cy="41148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Please use the REUSE SOFTWARE [1] format to declare license and copyright</a:t>
            </a:r>
            <a:br>
              <a:rPr lang="en"/>
            </a:br>
            <a:br>
              <a:rPr lang="en" sz="1700"/>
            </a:br>
            <a:br>
              <a:rPr lang="en" sz="1700"/>
            </a:br>
            <a:br>
              <a:rPr lang="en" sz="1700"/>
            </a:br>
            <a:br>
              <a:rPr lang="en" sz="1700"/>
            </a:br>
            <a:endParaRPr sz="1700"/>
          </a:p>
          <a:p>
            <a:pPr indent="0" lvl="0" marL="0" rtl="0" algn="l">
              <a:spcBef>
                <a:spcPts val="1200"/>
              </a:spcBef>
              <a:spcAft>
                <a:spcPts val="1200"/>
              </a:spcAft>
              <a:buNone/>
            </a:pPr>
            <a:r>
              <a:rPr lang="en"/>
              <a:t>Alternatively, just track license and contributors in MIT license file</a:t>
            </a:r>
            <a:endParaRPr/>
          </a:p>
        </p:txBody>
      </p:sp>
      <p:sp>
        <p:nvSpPr>
          <p:cNvPr id="411" name="Google Shape;411;p61"/>
          <p:cNvSpPr txBox="1"/>
          <p:nvPr>
            <p:ph idx="12" type="sldNum"/>
          </p:nvPr>
        </p:nvSpPr>
        <p:spPr>
          <a:xfrm>
            <a:off x="7315202" y="4416550"/>
            <a:ext cx="1828800" cy="7314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>
                <a:solidFill>
                  <a:schemeClr val="dk1"/>
                </a:solidFill>
              </a:rPr>
              <a:t>‹#›</a:t>
            </a:fld>
            <a:endParaRPr>
              <a:solidFill>
                <a:schemeClr val="dk1"/>
              </a:solidFill>
            </a:endParaRPr>
          </a:p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en" sz="900" u="sng">
                <a:solidFill>
                  <a:schemeClr val="hlink"/>
                </a:solidFill>
                <a:hlinkClick r:id="rId3"/>
              </a:rPr>
              <a:t>https://oss.cs.fau.de</a:t>
            </a:r>
            <a:r>
              <a:rPr b="0" lang="en" sz="900"/>
              <a:t> </a:t>
            </a:r>
            <a:endParaRPr b="0" sz="900"/>
          </a:p>
        </p:txBody>
      </p:sp>
      <p:sp>
        <p:nvSpPr>
          <p:cNvPr id="412" name="Google Shape;412;p61"/>
          <p:cNvSpPr txBox="1"/>
          <p:nvPr/>
        </p:nvSpPr>
        <p:spPr>
          <a:xfrm>
            <a:off x="0" y="4416552"/>
            <a:ext cx="7315200" cy="7314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[1] See </a:t>
            </a:r>
            <a:r>
              <a:rPr lang="en" u="sng">
                <a:solidFill>
                  <a:schemeClr val="hlink"/>
                </a:solidFill>
                <a:hlinkClick r:id="rId4"/>
              </a:rPr>
              <a:t>https://reuse.software/</a:t>
            </a:r>
            <a:r>
              <a:rPr lang="en"/>
              <a:t> </a:t>
            </a:r>
            <a:endParaRPr/>
          </a:p>
        </p:txBody>
      </p:sp>
      <p:sp>
        <p:nvSpPr>
          <p:cNvPr id="413" name="Google Shape;413;p61"/>
          <p:cNvSpPr txBox="1"/>
          <p:nvPr/>
        </p:nvSpPr>
        <p:spPr>
          <a:xfrm>
            <a:off x="274320" y="1371600"/>
            <a:ext cx="8595300" cy="13716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500">
                <a:latin typeface="Courier New"/>
                <a:ea typeface="Courier New"/>
                <a:cs typeface="Courier New"/>
                <a:sym typeface="Courier New"/>
              </a:rPr>
              <a:t>// SPDX-License-Identifier: MIT</a:t>
            </a:r>
            <a:endParaRPr sz="1500"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500">
                <a:latin typeface="Courier New"/>
                <a:ea typeface="Courier New"/>
                <a:cs typeface="Courier New"/>
                <a:sym typeface="Courier New"/>
              </a:rPr>
              <a:t>// SPDX-FileCopyrightText: 2010-2021 Dirk Riehle &lt;dirk@riehle.org&gt;</a:t>
            </a:r>
            <a:endParaRPr sz="1500"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500">
                <a:latin typeface="Courier New"/>
                <a:ea typeface="Courier New"/>
                <a:cs typeface="Courier New"/>
                <a:sym typeface="Courier New"/>
              </a:rPr>
              <a:t>// SPDX-FileCopyrightText: 2019 Georg Schwarz &lt;georg.schwarz@fau.de&gt;</a:t>
            </a:r>
            <a:endParaRPr sz="1500">
              <a:latin typeface="Courier New"/>
              <a:ea typeface="Courier New"/>
              <a:cs typeface="Courier New"/>
              <a:sym typeface="Courier New"/>
            </a:endParaRP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17" name="Shape 4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8" name="Google Shape;418;p62"/>
          <p:cNvSpPr txBox="1"/>
          <p:nvPr>
            <p:ph type="title"/>
          </p:nvPr>
        </p:nvSpPr>
        <p:spPr>
          <a:xfrm>
            <a:off x="0" y="0"/>
            <a:ext cx="9144000" cy="685800"/>
          </a:xfrm>
          <a:prstGeom prst="rect">
            <a:avLst/>
          </a:prstGeom>
        </p:spPr>
        <p:txBody>
          <a:bodyPr anchorCtr="0" anchor="ctr" bIns="91425" lIns="274300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Open Source Governance</a:t>
            </a:r>
            <a:endParaRPr/>
          </a:p>
        </p:txBody>
      </p:sp>
      <p:sp>
        <p:nvSpPr>
          <p:cNvPr id="419" name="Google Shape;419;p62"/>
          <p:cNvSpPr txBox="1"/>
          <p:nvPr>
            <p:ph idx="1" type="body"/>
          </p:nvPr>
        </p:nvSpPr>
        <p:spPr>
          <a:xfrm>
            <a:off x="274320" y="914400"/>
            <a:ext cx="8595300" cy="41148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Do not add copyleft-licensed libraries to your project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lang="en"/>
              <a:t>Follow these rules of thumb on license choice</a:t>
            </a:r>
            <a:endParaRPr/>
          </a:p>
          <a:p>
            <a:pPr indent="-342900" lvl="0" marL="457200" rtl="0" algn="l">
              <a:spcBef>
                <a:spcPts val="1200"/>
              </a:spcBef>
              <a:spcAft>
                <a:spcPts val="0"/>
              </a:spcAft>
              <a:buSzPts val="1800"/>
              <a:buChar char="●"/>
            </a:pPr>
            <a:r>
              <a:rPr lang="en">
                <a:highlight>
                  <a:srgbClr val="D9EAD3"/>
                </a:highlight>
              </a:rPr>
              <a:t>OK: Permissive licenses (MIT, BSD, Apache)</a:t>
            </a:r>
            <a:endParaRPr>
              <a:highlight>
                <a:srgbClr val="D9EAD3"/>
              </a:highlight>
            </a:endParaRPr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>
                <a:highlight>
                  <a:srgbClr val="FFF2CC"/>
                </a:highlight>
              </a:rPr>
              <a:t>May be OK: Weakly protective (a.k.a. “weak copyleft”)</a:t>
            </a:r>
            <a:endParaRPr>
              <a:highlight>
                <a:srgbClr val="FFF2CC"/>
              </a:highlight>
            </a:endParaRPr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>
                <a:highlight>
                  <a:srgbClr val="F4CCCC"/>
                </a:highlight>
              </a:rPr>
              <a:t>Usually not OK: Strongly protective (a.k.a. “reciprocal” or “copyleft”)</a:t>
            </a:r>
            <a:endParaRPr>
              <a:highlight>
                <a:srgbClr val="F4CCCC"/>
              </a:highlight>
            </a:endParaRPr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>
                <a:highlight>
                  <a:srgbClr val="CCCCCC"/>
                </a:highlight>
              </a:rPr>
              <a:t>Never OK: Non-software licenses, no license</a:t>
            </a:r>
            <a:endParaRPr>
              <a:highlight>
                <a:srgbClr val="CCCCCC"/>
              </a:highlight>
            </a:endParaRPr>
          </a:p>
          <a:p>
            <a:pPr indent="0" lvl="0" marL="0" rtl="0" algn="l">
              <a:spcBef>
                <a:spcPts val="1200"/>
              </a:spcBef>
              <a:spcAft>
                <a:spcPts val="1200"/>
              </a:spcAft>
              <a:buNone/>
            </a:pPr>
            <a:r>
              <a:rPr lang="en"/>
              <a:t>Professionals (i.e. companies) use code analyzers to check</a:t>
            </a:r>
            <a:endParaRPr/>
          </a:p>
        </p:txBody>
      </p:sp>
      <p:sp>
        <p:nvSpPr>
          <p:cNvPr id="420" name="Google Shape;420;p62"/>
          <p:cNvSpPr txBox="1"/>
          <p:nvPr>
            <p:ph idx="12" type="sldNum"/>
          </p:nvPr>
        </p:nvSpPr>
        <p:spPr>
          <a:xfrm>
            <a:off x="7315202" y="4416550"/>
            <a:ext cx="1828800" cy="7314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>
                <a:solidFill>
                  <a:schemeClr val="dk1"/>
                </a:solidFill>
              </a:rPr>
              <a:t>‹#›</a:t>
            </a:fld>
            <a:endParaRPr>
              <a:solidFill>
                <a:schemeClr val="dk1"/>
              </a:solidFill>
            </a:endParaRPr>
          </a:p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en" sz="900" u="sng">
                <a:solidFill>
                  <a:schemeClr val="hlink"/>
                </a:solidFill>
                <a:hlinkClick r:id="rId3"/>
              </a:rPr>
              <a:t>https://oss.cs.fau.de</a:t>
            </a:r>
            <a:r>
              <a:rPr b="0" lang="en" sz="900"/>
              <a:t> </a:t>
            </a:r>
            <a:endParaRPr b="0" sz="900"/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24" name="Shape 4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5" name="Google Shape;425;p63"/>
          <p:cNvSpPr txBox="1"/>
          <p:nvPr>
            <p:ph type="title"/>
          </p:nvPr>
        </p:nvSpPr>
        <p:spPr>
          <a:xfrm>
            <a:off x="0" y="-7"/>
            <a:ext cx="9144000" cy="2386500"/>
          </a:xfrm>
          <a:prstGeom prst="rect">
            <a:avLst/>
          </a:prstGeom>
        </p:spPr>
        <p:txBody>
          <a:bodyPr anchorCtr="0" anchor="b" bIns="274300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7. Imp-Squared Backlog</a:t>
            </a:r>
            <a:endParaRPr/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29" name="Shape 4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0" name="Google Shape;430;p64"/>
          <p:cNvSpPr txBox="1"/>
          <p:nvPr>
            <p:ph type="title"/>
          </p:nvPr>
        </p:nvSpPr>
        <p:spPr>
          <a:xfrm>
            <a:off x="0" y="0"/>
            <a:ext cx="9144000" cy="685800"/>
          </a:xfrm>
          <a:prstGeom prst="rect">
            <a:avLst/>
          </a:prstGeom>
        </p:spPr>
        <p:txBody>
          <a:bodyPr anchorCtr="0" anchor="ctr" bIns="91425" lIns="274300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Impediments and Improvements (Imp-Squared) Backlog</a:t>
            </a:r>
            <a:endParaRPr/>
          </a:p>
        </p:txBody>
      </p:sp>
      <p:sp>
        <p:nvSpPr>
          <p:cNvPr id="431" name="Google Shape;431;p64"/>
          <p:cNvSpPr txBox="1"/>
          <p:nvPr>
            <p:ph idx="1" type="body"/>
          </p:nvPr>
        </p:nvSpPr>
        <p:spPr>
          <a:xfrm>
            <a:off x="274320" y="914400"/>
            <a:ext cx="8595300" cy="41148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The imp-squared backlog is a slotting system used to</a:t>
            </a:r>
            <a:endParaRPr/>
          </a:p>
          <a:p>
            <a:pPr indent="-342900" lvl="0" marL="457200" rtl="0" algn="l">
              <a:spcBef>
                <a:spcPts val="12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Manage the processing state of project impediments and improvements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lang="en"/>
              <a:t>Impediments are non-technical problems that are</a:t>
            </a:r>
            <a:endParaRPr/>
          </a:p>
          <a:p>
            <a:pPr indent="-342900" lvl="0" marL="457200" rtl="0" algn="l">
              <a:spcBef>
                <a:spcPts val="12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Holding the team and project back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lang="en"/>
              <a:t>Improvements are non-technical desires to</a:t>
            </a:r>
            <a:endParaRPr/>
          </a:p>
          <a:p>
            <a:pPr indent="-342900" lvl="0" marL="457200" rtl="0" algn="l">
              <a:spcBef>
                <a:spcPts val="12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Improve team performance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1200"/>
              </a:spcAft>
              <a:buNone/>
            </a:pPr>
            <a:r>
              <a:t/>
            </a:r>
            <a:endParaRPr/>
          </a:p>
        </p:txBody>
      </p:sp>
      <p:sp>
        <p:nvSpPr>
          <p:cNvPr id="432" name="Google Shape;432;p64"/>
          <p:cNvSpPr txBox="1"/>
          <p:nvPr>
            <p:ph idx="12" type="sldNum"/>
          </p:nvPr>
        </p:nvSpPr>
        <p:spPr>
          <a:xfrm>
            <a:off x="7315202" y="4416550"/>
            <a:ext cx="1828800" cy="7314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>
                <a:solidFill>
                  <a:schemeClr val="dk1"/>
                </a:solidFill>
              </a:rPr>
              <a:t>‹#›</a:t>
            </a:fld>
            <a:endParaRPr>
              <a:solidFill>
                <a:schemeClr val="dk1"/>
              </a:solidFill>
            </a:endParaRPr>
          </a:p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en" sz="900" u="sng">
                <a:solidFill>
                  <a:schemeClr val="hlink"/>
                </a:solidFill>
                <a:hlinkClick r:id="rId3"/>
              </a:rPr>
              <a:t>https://oss.cs.fau.de</a:t>
            </a:r>
            <a:r>
              <a:rPr b="0" lang="en" sz="900"/>
              <a:t> </a:t>
            </a:r>
            <a:endParaRPr b="0" sz="900"/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36" name="Shape 4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37" name="Google Shape;437;p65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0" y="0"/>
            <a:ext cx="9144000" cy="512063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41" name="Shape 4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2" name="Google Shape;442;p66"/>
          <p:cNvSpPr txBox="1"/>
          <p:nvPr>
            <p:ph type="title"/>
          </p:nvPr>
        </p:nvSpPr>
        <p:spPr>
          <a:xfrm>
            <a:off x="0" y="0"/>
            <a:ext cx="9144000" cy="685800"/>
          </a:xfrm>
          <a:prstGeom prst="rect">
            <a:avLst/>
          </a:prstGeom>
        </p:spPr>
        <p:txBody>
          <a:bodyPr anchorCtr="0" anchor="ctr" bIns="91425" lIns="274300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Regular Deliverable: Imp-Squared Backlog</a:t>
            </a:r>
            <a:endParaRPr/>
          </a:p>
        </p:txBody>
      </p:sp>
      <p:sp>
        <p:nvSpPr>
          <p:cNvPr id="443" name="Google Shape;443;p66"/>
          <p:cNvSpPr txBox="1"/>
          <p:nvPr>
            <p:ph idx="1" type="body"/>
          </p:nvPr>
        </p:nvSpPr>
        <p:spPr>
          <a:xfrm>
            <a:off x="274320" y="914400"/>
            <a:ext cx="8595300" cy="41148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Please initialize your imp-squared backlog and keep it up-to-date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1200"/>
              </a:spcAft>
              <a:buNone/>
            </a:pPr>
            <a:r>
              <a:t/>
            </a:r>
            <a:endParaRPr strike="sngStrike"/>
          </a:p>
        </p:txBody>
      </p:sp>
      <p:sp>
        <p:nvSpPr>
          <p:cNvPr id="444" name="Google Shape;444;p66"/>
          <p:cNvSpPr txBox="1"/>
          <p:nvPr>
            <p:ph idx="12" type="sldNum"/>
          </p:nvPr>
        </p:nvSpPr>
        <p:spPr>
          <a:xfrm>
            <a:off x="7315202" y="4416550"/>
            <a:ext cx="1828800" cy="7314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>
                <a:solidFill>
                  <a:schemeClr val="dk1"/>
                </a:solidFill>
              </a:rPr>
              <a:t>‹#›</a:t>
            </a:fld>
            <a:endParaRPr>
              <a:solidFill>
                <a:schemeClr val="dk1"/>
              </a:solidFill>
            </a:endParaRPr>
          </a:p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en" sz="900" u="sng">
                <a:solidFill>
                  <a:schemeClr val="hlink"/>
                </a:solidFill>
                <a:hlinkClick r:id="rId3"/>
              </a:rPr>
              <a:t>https://oss.cs.fau.de</a:t>
            </a:r>
            <a:r>
              <a:rPr b="0" lang="en" sz="900"/>
              <a:t> </a:t>
            </a:r>
            <a:endParaRPr b="0" sz="900"/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48" name="Shape 4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9" name="Google Shape;449;p67"/>
          <p:cNvSpPr txBox="1"/>
          <p:nvPr>
            <p:ph type="title"/>
          </p:nvPr>
        </p:nvSpPr>
        <p:spPr>
          <a:xfrm>
            <a:off x="0" y="-7"/>
            <a:ext cx="9144000" cy="2386500"/>
          </a:xfrm>
          <a:prstGeom prst="rect">
            <a:avLst/>
          </a:prstGeom>
        </p:spPr>
        <p:txBody>
          <a:bodyPr anchorCtr="0" anchor="b" bIns="274300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8</a:t>
            </a:r>
            <a:r>
              <a:rPr lang="en"/>
              <a:t>. Stand-up Emails</a:t>
            </a:r>
            <a:endParaRPr/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53" name="Shape 4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4" name="Google Shape;454;p68"/>
          <p:cNvSpPr txBox="1"/>
          <p:nvPr>
            <p:ph type="title"/>
          </p:nvPr>
        </p:nvSpPr>
        <p:spPr>
          <a:xfrm>
            <a:off x="0" y="0"/>
            <a:ext cx="9144000" cy="685800"/>
          </a:xfrm>
          <a:prstGeom prst="rect">
            <a:avLst/>
          </a:prstGeom>
        </p:spPr>
        <p:txBody>
          <a:bodyPr anchorCtr="0" anchor="ctr" bIns="91425" lIns="274300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Stand-up Emails</a:t>
            </a:r>
            <a:endParaRPr/>
          </a:p>
        </p:txBody>
      </p:sp>
      <p:sp>
        <p:nvSpPr>
          <p:cNvPr id="455" name="Google Shape;455;p68"/>
          <p:cNvSpPr txBox="1"/>
          <p:nvPr>
            <p:ph idx="1" type="body"/>
          </p:nvPr>
        </p:nvSpPr>
        <p:spPr>
          <a:xfrm>
            <a:off x="274320" y="914400"/>
            <a:ext cx="8595300" cy="41148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Stand-up emails are a communication mechanism that serves to</a:t>
            </a:r>
            <a:endParaRPr/>
          </a:p>
          <a:p>
            <a:pPr indent="-342900" lvl="0" marL="457200" rtl="0" algn="l">
              <a:spcBef>
                <a:spcPts val="12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Ensure regular updates about each other’s work state / progress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lang="en"/>
              <a:t>When writing a stand-up email, please consider these three topics</a:t>
            </a:r>
            <a:endParaRPr/>
          </a:p>
          <a:p>
            <a:pPr indent="-342900" lvl="0" marL="457200" rtl="0" algn="l">
              <a:spcBef>
                <a:spcPts val="1200"/>
              </a:spcBef>
              <a:spcAft>
                <a:spcPts val="0"/>
              </a:spcAft>
              <a:buSzPts val="1800"/>
              <a:buAutoNum type="arabicPeriod"/>
            </a:pPr>
            <a:r>
              <a:rPr lang="en"/>
              <a:t>What did </a:t>
            </a:r>
            <a:r>
              <a:rPr lang="en"/>
              <a:t>you</a:t>
            </a:r>
            <a:r>
              <a:rPr lang="en"/>
              <a:t> get done since you last sent a stand-up email?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AutoNum type="arabicPeriod"/>
            </a:pPr>
            <a:r>
              <a:rPr lang="en"/>
              <a:t>What are your next steps / plans of work to do?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AutoNum type="arabicPeriod"/>
            </a:pPr>
            <a:r>
              <a:rPr lang="en"/>
              <a:t>What challenges are you facing?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lang="en"/>
              <a:t>Separate from the stand-up emails, feel free to</a:t>
            </a:r>
            <a:endParaRPr/>
          </a:p>
          <a:p>
            <a:pPr indent="-342900" lvl="0" marL="457200" rtl="0" algn="l">
              <a:spcBef>
                <a:spcPts val="12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Have your own communication channels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1200"/>
              </a:spcAft>
              <a:buNone/>
            </a:pPr>
            <a:r>
              <a:t/>
            </a:r>
            <a:endParaRPr/>
          </a:p>
        </p:txBody>
      </p:sp>
      <p:sp>
        <p:nvSpPr>
          <p:cNvPr id="456" name="Google Shape;456;p68"/>
          <p:cNvSpPr txBox="1"/>
          <p:nvPr>
            <p:ph idx="12" type="sldNum"/>
          </p:nvPr>
        </p:nvSpPr>
        <p:spPr>
          <a:xfrm>
            <a:off x="7315202" y="4416550"/>
            <a:ext cx="1828800" cy="7314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>
                <a:solidFill>
                  <a:schemeClr val="dk1"/>
                </a:solidFill>
              </a:rPr>
              <a:t>‹#›</a:t>
            </a:fld>
            <a:endParaRPr>
              <a:solidFill>
                <a:schemeClr val="dk1"/>
              </a:solidFill>
            </a:endParaRPr>
          </a:p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en" sz="900" u="sng">
                <a:solidFill>
                  <a:schemeClr val="hlink"/>
                </a:solidFill>
                <a:hlinkClick r:id="rId3"/>
              </a:rPr>
              <a:t>https://oss.cs.fau.de</a:t>
            </a:r>
            <a:r>
              <a:rPr b="0" lang="en" sz="900"/>
              <a:t> </a:t>
            </a:r>
            <a:endParaRPr b="0" sz="900"/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60" name="Shape 4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1" name="Google Shape;461;p69"/>
          <p:cNvSpPr txBox="1"/>
          <p:nvPr>
            <p:ph type="title"/>
          </p:nvPr>
        </p:nvSpPr>
        <p:spPr>
          <a:xfrm>
            <a:off x="0" y="0"/>
            <a:ext cx="9144000" cy="685800"/>
          </a:xfrm>
          <a:prstGeom prst="rect">
            <a:avLst/>
          </a:prstGeom>
        </p:spPr>
        <p:txBody>
          <a:bodyPr anchorCtr="0" anchor="ctr" bIns="91425" lIns="274300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Regular Deliverable: </a:t>
            </a:r>
            <a:r>
              <a:rPr lang="en"/>
              <a:t>Stand-up Emails</a:t>
            </a:r>
            <a:endParaRPr/>
          </a:p>
        </p:txBody>
      </p:sp>
      <p:sp>
        <p:nvSpPr>
          <p:cNvPr id="462" name="Google Shape;462;p69"/>
          <p:cNvSpPr txBox="1"/>
          <p:nvPr>
            <p:ph idx="1" type="body"/>
          </p:nvPr>
        </p:nvSpPr>
        <p:spPr>
          <a:xfrm>
            <a:off x="274320" y="914400"/>
            <a:ext cx="8595300" cy="41148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Please s</a:t>
            </a:r>
            <a:r>
              <a:rPr lang="en"/>
              <a:t>end stand-up emails using the tool </a:t>
            </a:r>
            <a:r>
              <a:rPr lang="en" u="sng">
                <a:solidFill>
                  <a:schemeClr val="hlink"/>
                </a:solidFill>
                <a:hlinkClick r:id="rId3"/>
              </a:rPr>
              <a:t>https://happy-amos.appspot.com/</a:t>
            </a:r>
            <a:endParaRPr/>
          </a:p>
          <a:p>
            <a:pPr indent="-342900" lvl="0" marL="457200" rtl="0" algn="l">
              <a:spcBef>
                <a:spcPts val="12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At least twice in total, on different days of the week</a:t>
            </a:r>
            <a:endParaRPr/>
          </a:p>
        </p:txBody>
      </p:sp>
      <p:sp>
        <p:nvSpPr>
          <p:cNvPr id="463" name="Google Shape;463;p69"/>
          <p:cNvSpPr txBox="1"/>
          <p:nvPr>
            <p:ph idx="12" type="sldNum"/>
          </p:nvPr>
        </p:nvSpPr>
        <p:spPr>
          <a:xfrm>
            <a:off x="7315202" y="4416550"/>
            <a:ext cx="1828800" cy="7314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>
                <a:solidFill>
                  <a:schemeClr val="dk1"/>
                </a:solidFill>
              </a:rPr>
              <a:t>‹#›</a:t>
            </a:fld>
            <a:endParaRPr>
              <a:solidFill>
                <a:schemeClr val="dk1"/>
              </a:solidFill>
            </a:endParaRPr>
          </a:p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en" sz="900" u="sng">
                <a:solidFill>
                  <a:schemeClr val="hlink"/>
                </a:solidFill>
                <a:hlinkClick r:id="rId4"/>
              </a:rPr>
              <a:t>https://oss.cs.fau.de</a:t>
            </a:r>
            <a:r>
              <a:rPr b="0" lang="en" sz="900"/>
              <a:t> </a:t>
            </a:r>
            <a:endParaRPr b="0" sz="900"/>
          </a:p>
        </p:txBody>
      </p:sp>
      <p:pic>
        <p:nvPicPr>
          <p:cNvPr id="464" name="Google Shape;464;p69"/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274325" y="1871100"/>
            <a:ext cx="8229599" cy="3158108"/>
          </a:xfrm>
          <a:prstGeom prst="rect">
            <a:avLst/>
          </a:prstGeom>
          <a:noFill/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68" name="Shape 4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9" name="Google Shape;469;p70"/>
          <p:cNvSpPr txBox="1"/>
          <p:nvPr>
            <p:ph type="title"/>
          </p:nvPr>
        </p:nvSpPr>
        <p:spPr>
          <a:xfrm>
            <a:off x="0" y="-7"/>
            <a:ext cx="9144000" cy="2386500"/>
          </a:xfrm>
          <a:prstGeom prst="rect">
            <a:avLst/>
          </a:prstGeom>
        </p:spPr>
        <p:txBody>
          <a:bodyPr anchorCtr="0" anchor="b" bIns="274300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9. Happiness Index</a:t>
            </a:r>
            <a:endParaRPr/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73" name="Shape 4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4" name="Google Shape;474;p71"/>
          <p:cNvSpPr txBox="1"/>
          <p:nvPr>
            <p:ph type="title"/>
          </p:nvPr>
        </p:nvSpPr>
        <p:spPr>
          <a:xfrm>
            <a:off x="0" y="0"/>
            <a:ext cx="9144000" cy="685800"/>
          </a:xfrm>
          <a:prstGeom prst="rect">
            <a:avLst/>
          </a:prstGeom>
        </p:spPr>
        <p:txBody>
          <a:bodyPr anchorCtr="0" anchor="ctr" bIns="91425" lIns="274300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Happiness Index [1]</a:t>
            </a:r>
            <a:endParaRPr/>
          </a:p>
        </p:txBody>
      </p:sp>
      <p:sp>
        <p:nvSpPr>
          <p:cNvPr id="475" name="Google Shape;475;p71"/>
          <p:cNvSpPr txBox="1"/>
          <p:nvPr>
            <p:ph idx="1" type="body"/>
          </p:nvPr>
        </p:nvSpPr>
        <p:spPr>
          <a:xfrm>
            <a:off x="274320" y="914400"/>
            <a:ext cx="8595300" cy="41148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1200"/>
              </a:spcAft>
              <a:buNone/>
            </a:pPr>
            <a:r>
              <a:rPr lang="en"/>
              <a:t>The happiness index tracks general satisfaction to indicate potential problems </a:t>
            </a:r>
            <a:endParaRPr/>
          </a:p>
        </p:txBody>
      </p:sp>
      <p:sp>
        <p:nvSpPr>
          <p:cNvPr id="476" name="Google Shape;476;p71"/>
          <p:cNvSpPr txBox="1"/>
          <p:nvPr>
            <p:ph idx="12" type="sldNum"/>
          </p:nvPr>
        </p:nvSpPr>
        <p:spPr>
          <a:xfrm>
            <a:off x="7315202" y="4416550"/>
            <a:ext cx="1828800" cy="7314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>
                <a:solidFill>
                  <a:schemeClr val="dk1"/>
                </a:solidFill>
              </a:rPr>
              <a:t>‹#›</a:t>
            </a:fld>
            <a:endParaRPr>
              <a:solidFill>
                <a:schemeClr val="dk1"/>
              </a:solidFill>
            </a:endParaRPr>
          </a:p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en" sz="900" u="sng">
                <a:solidFill>
                  <a:schemeClr val="hlink"/>
                </a:solidFill>
                <a:hlinkClick r:id="rId3"/>
              </a:rPr>
              <a:t>https://oss.cs.fau.de</a:t>
            </a:r>
            <a:r>
              <a:rPr b="0" lang="en" sz="900"/>
              <a:t> </a:t>
            </a:r>
            <a:endParaRPr b="0" sz="900"/>
          </a:p>
        </p:txBody>
      </p:sp>
      <p:pic>
        <p:nvPicPr>
          <p:cNvPr id="477" name="Google Shape;477;p71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274325" y="1372518"/>
            <a:ext cx="8229602" cy="2970886"/>
          </a:xfrm>
          <a:prstGeom prst="rect">
            <a:avLst/>
          </a:prstGeom>
          <a:noFill/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478" name="Google Shape;478;p71"/>
          <p:cNvSpPr txBox="1"/>
          <p:nvPr/>
        </p:nvSpPr>
        <p:spPr>
          <a:xfrm>
            <a:off x="0" y="4233672"/>
            <a:ext cx="7315200" cy="9144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[1] </a:t>
            </a:r>
            <a:r>
              <a:rPr lang="en"/>
              <a:t>Originally: Emotions Seismograph</a:t>
            </a:r>
            <a:endParaRPr/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82" name="Shape 4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3" name="Google Shape;483;p72"/>
          <p:cNvSpPr txBox="1"/>
          <p:nvPr>
            <p:ph type="title"/>
          </p:nvPr>
        </p:nvSpPr>
        <p:spPr>
          <a:xfrm>
            <a:off x="0" y="0"/>
            <a:ext cx="9144000" cy="685800"/>
          </a:xfrm>
          <a:prstGeom prst="rect">
            <a:avLst/>
          </a:prstGeom>
        </p:spPr>
        <p:txBody>
          <a:bodyPr anchorCtr="0" anchor="ctr" bIns="91425" lIns="274300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Regular Deliverable: Happiness Index</a:t>
            </a:r>
            <a:endParaRPr/>
          </a:p>
        </p:txBody>
      </p:sp>
      <p:sp>
        <p:nvSpPr>
          <p:cNvPr id="484" name="Google Shape;484;p72"/>
          <p:cNvSpPr txBox="1"/>
          <p:nvPr>
            <p:ph idx="1" type="body"/>
          </p:nvPr>
        </p:nvSpPr>
        <p:spPr>
          <a:xfrm>
            <a:off x="274320" y="914400"/>
            <a:ext cx="8595300" cy="41148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Please indicate your happiness using the tool </a:t>
            </a:r>
            <a:r>
              <a:rPr lang="en" u="sng">
                <a:solidFill>
                  <a:schemeClr val="hlink"/>
                </a:solidFill>
                <a:hlinkClick r:id="rId3"/>
              </a:rPr>
              <a:t>https://happy-amos.appspot.com/</a:t>
            </a:r>
            <a:endParaRPr/>
          </a:p>
          <a:p>
            <a:pPr indent="-342900" lvl="0" marL="457200" rtl="0" algn="l">
              <a:spcBef>
                <a:spcPts val="12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Every team meeting, including the first and last one, until end of day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lang="en"/>
              <a:t>Your contributions (your happiness) remains anonymous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1200"/>
              </a:spcAft>
              <a:buNone/>
            </a:pPr>
            <a:r>
              <a:t/>
            </a:r>
            <a:endParaRPr/>
          </a:p>
        </p:txBody>
      </p:sp>
      <p:sp>
        <p:nvSpPr>
          <p:cNvPr id="485" name="Google Shape;485;p72"/>
          <p:cNvSpPr txBox="1"/>
          <p:nvPr>
            <p:ph idx="12" type="sldNum"/>
          </p:nvPr>
        </p:nvSpPr>
        <p:spPr>
          <a:xfrm>
            <a:off x="7315202" y="4416550"/>
            <a:ext cx="1828800" cy="7314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>
                <a:solidFill>
                  <a:schemeClr val="dk1"/>
                </a:solidFill>
              </a:rPr>
              <a:t>‹#›</a:t>
            </a:fld>
            <a:endParaRPr>
              <a:solidFill>
                <a:schemeClr val="dk1"/>
              </a:solidFill>
            </a:endParaRPr>
          </a:p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en" sz="900" u="sng">
                <a:solidFill>
                  <a:schemeClr val="hlink"/>
                </a:solidFill>
                <a:hlinkClick r:id="rId4"/>
              </a:rPr>
              <a:t>https://oss.cs.fau.de</a:t>
            </a:r>
            <a:r>
              <a:rPr b="0" lang="en" sz="900"/>
              <a:t> </a:t>
            </a:r>
            <a:endParaRPr b="0" sz="900"/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89" name="Shape 4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0" name="Google Shape;490;p73"/>
          <p:cNvSpPr txBox="1"/>
          <p:nvPr>
            <p:ph idx="1" type="body"/>
          </p:nvPr>
        </p:nvSpPr>
        <p:spPr>
          <a:xfrm>
            <a:off x="274320" y="914400"/>
            <a:ext cx="8595300" cy="4114800"/>
          </a:xfrm>
          <a:prstGeom prst="rect">
            <a:avLst/>
          </a:prstGeom>
        </p:spPr>
        <p:txBody>
          <a:bodyPr anchorCtr="0" anchor="t" bIns="0" lIns="0" spcFirstLastPara="1" rIns="0" wrap="square" tIns="0">
            <a:normAutofit/>
          </a:bodyPr>
          <a:lstStyle/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AutoNum type="arabicPeriod"/>
            </a:pPr>
            <a:r>
              <a:rPr lang="en"/>
              <a:t>Team formation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AutoNum type="alphaLcPeriod"/>
            </a:pPr>
            <a:r>
              <a:rPr lang="en"/>
              <a:t>Student roles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AutoNum type="alphaLcPeriod"/>
            </a:pPr>
            <a:r>
              <a:rPr lang="en"/>
              <a:t>Team contract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AutoNum type="alphaLcPeriod"/>
            </a:pPr>
            <a:r>
              <a:rPr lang="en"/>
              <a:t>Team logo and T-shirt</a:t>
            </a:r>
            <a:endParaRPr/>
          </a:p>
          <a:p>
            <a:pPr indent="-342900" lvl="0" marL="457200" rtl="0" algn="l">
              <a:spcBef>
                <a:spcPts val="1000"/>
              </a:spcBef>
              <a:spcAft>
                <a:spcPts val="0"/>
              </a:spcAft>
              <a:buSzPts val="1800"/>
              <a:buAutoNum type="arabicPeriod"/>
            </a:pPr>
            <a:r>
              <a:rPr lang="en"/>
              <a:t>Project tools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AutoNum type="alphaLcPeriod"/>
            </a:pPr>
            <a:r>
              <a:rPr lang="en"/>
              <a:t>Planning document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AutoNum type="alphaLcPeriod"/>
            </a:pPr>
            <a:r>
              <a:rPr lang="en"/>
              <a:t>Feature board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AutoNum type="alphaLcPeriod"/>
            </a:pPr>
            <a:r>
              <a:rPr lang="en"/>
              <a:t>Code repository</a:t>
            </a:r>
            <a:endParaRPr/>
          </a:p>
          <a:p>
            <a:pPr indent="-342900" lvl="0" marL="457200" rtl="0" algn="l">
              <a:spcBef>
                <a:spcPts val="1000"/>
              </a:spcBef>
              <a:spcAft>
                <a:spcPts val="0"/>
              </a:spcAft>
              <a:buSzPts val="1800"/>
              <a:buAutoNum type="arabicPeriod"/>
            </a:pPr>
            <a:r>
              <a:rPr lang="en"/>
              <a:t>Team coordination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AutoNum type="alphaLcPeriod"/>
            </a:pPr>
            <a:r>
              <a:rPr lang="en"/>
              <a:t>Imp-squared backlog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AutoNum type="alphaLcPeriod"/>
            </a:pPr>
            <a:r>
              <a:rPr lang="en"/>
              <a:t>Stand-up emails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AutoNum type="alphaLcPeriod"/>
            </a:pPr>
            <a:r>
              <a:rPr lang="en"/>
              <a:t>Happiness index</a:t>
            </a:r>
            <a:endParaRPr/>
          </a:p>
        </p:txBody>
      </p:sp>
      <p:sp>
        <p:nvSpPr>
          <p:cNvPr id="491" name="Google Shape;491;p73"/>
          <p:cNvSpPr txBox="1"/>
          <p:nvPr>
            <p:ph type="title"/>
          </p:nvPr>
        </p:nvSpPr>
        <p:spPr>
          <a:xfrm>
            <a:off x="0" y="0"/>
            <a:ext cx="9144000" cy="685800"/>
          </a:xfrm>
          <a:prstGeom prst="rect">
            <a:avLst/>
          </a:prstGeom>
        </p:spPr>
        <p:txBody>
          <a:bodyPr anchorCtr="0" anchor="ctr" bIns="91425" lIns="274300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Summary</a:t>
            </a:r>
            <a:endParaRPr/>
          </a:p>
        </p:txBody>
      </p:sp>
      <p:sp>
        <p:nvSpPr>
          <p:cNvPr id="492" name="Google Shape;492;p73"/>
          <p:cNvSpPr txBox="1"/>
          <p:nvPr>
            <p:ph idx="12" type="sldNum"/>
          </p:nvPr>
        </p:nvSpPr>
        <p:spPr>
          <a:xfrm>
            <a:off x="7315202" y="4416550"/>
            <a:ext cx="1828800" cy="7314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>
                <a:solidFill>
                  <a:schemeClr val="dk1"/>
                </a:solidFill>
              </a:rPr>
              <a:t>‹#›</a:t>
            </a:fld>
            <a:endParaRPr>
              <a:solidFill>
                <a:schemeClr val="dk1"/>
              </a:solidFill>
            </a:endParaRPr>
          </a:p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en" sz="900" u="sng">
                <a:solidFill>
                  <a:schemeClr val="hlink"/>
                </a:solidFill>
                <a:hlinkClick r:id="rId3"/>
              </a:rPr>
              <a:t>https://oss.cs.fau.de</a:t>
            </a:r>
            <a:r>
              <a:rPr b="0" lang="en" sz="900"/>
              <a:t> </a:t>
            </a:r>
            <a:endParaRPr b="0" sz="900"/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96" name="Shape 4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7" name="Google Shape;497;p74"/>
          <p:cNvSpPr txBox="1"/>
          <p:nvPr>
            <p:ph type="ctrTitle"/>
          </p:nvPr>
        </p:nvSpPr>
        <p:spPr>
          <a:xfrm>
            <a:off x="0" y="0"/>
            <a:ext cx="9144000" cy="2388900"/>
          </a:xfrm>
          <a:prstGeom prst="rect">
            <a:avLst/>
          </a:prstGeom>
        </p:spPr>
        <p:txBody>
          <a:bodyPr anchorCtr="0" anchor="b" bIns="274300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Thank you! Any questions?</a:t>
            </a:r>
            <a:endParaRPr/>
          </a:p>
        </p:txBody>
      </p:sp>
      <p:sp>
        <p:nvSpPr>
          <p:cNvPr id="498" name="Google Shape;498;p74"/>
          <p:cNvSpPr txBox="1"/>
          <p:nvPr>
            <p:ph idx="1" type="subTitle"/>
          </p:nvPr>
        </p:nvSpPr>
        <p:spPr>
          <a:xfrm>
            <a:off x="0" y="2569475"/>
            <a:ext cx="9144000" cy="2574000"/>
          </a:xfrm>
          <a:prstGeom prst="rect">
            <a:avLst/>
          </a:prstGeom>
        </p:spPr>
        <p:txBody>
          <a:bodyPr anchorCtr="0" anchor="t" bIns="91425" lIns="91425" spcFirstLastPara="1" rIns="91425" wrap="square" tIns="274300">
            <a:noAutofit/>
          </a:bodyPr>
          <a:lstStyle/>
          <a:p>
            <a:pPr indent="0" lvl="0" marL="0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u="sng">
                <a:solidFill>
                  <a:schemeClr val="hlink"/>
                </a:solidFill>
                <a:hlinkClick r:id="rId3"/>
              </a:rPr>
              <a:t>dirk.riehle@fau.de</a:t>
            </a:r>
            <a:r>
              <a:rPr lang="en"/>
              <a:t> </a:t>
            </a:r>
            <a:r>
              <a:rPr lang="en" sz="2400"/>
              <a:t>–</a:t>
            </a:r>
            <a:r>
              <a:rPr lang="en"/>
              <a:t> </a:t>
            </a:r>
            <a:r>
              <a:rPr lang="en" u="sng">
                <a:solidFill>
                  <a:schemeClr val="hlink"/>
                </a:solidFill>
                <a:hlinkClick r:id="rId4"/>
              </a:rPr>
              <a:t>https://oss.cs.fau.de</a:t>
            </a:r>
            <a:endParaRPr/>
          </a:p>
          <a:p>
            <a:pPr indent="0" lvl="0" marL="0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2400" u="sng">
                <a:solidFill>
                  <a:schemeClr val="hlink"/>
                </a:solidFill>
                <a:hlinkClick r:id="rId5"/>
              </a:rPr>
              <a:t>dirk@riehle.org</a:t>
            </a:r>
            <a:r>
              <a:rPr lang="en" sz="2400"/>
              <a:t> – </a:t>
            </a:r>
            <a:r>
              <a:rPr lang="en" sz="2400" u="sng">
                <a:solidFill>
                  <a:schemeClr val="hlink"/>
                </a:solidFill>
                <a:hlinkClick r:id="rId6"/>
              </a:rPr>
              <a:t>https://dirkriehle.com</a:t>
            </a:r>
            <a:r>
              <a:rPr lang="en" sz="2400"/>
              <a:t> – </a:t>
            </a:r>
            <a:r>
              <a:rPr lang="en" sz="2400" u="sng">
                <a:solidFill>
                  <a:schemeClr val="hlink"/>
                </a:solidFill>
                <a:hlinkClick r:id="rId7"/>
              </a:rPr>
              <a:t>@dirkriehle</a:t>
            </a:r>
            <a:endParaRPr sz="2400"/>
          </a:p>
        </p:txBody>
      </p:sp>
    </p:spTree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02" name="Shape 5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3" name="Google Shape;503;p75"/>
          <p:cNvSpPr txBox="1"/>
          <p:nvPr>
            <p:ph type="title"/>
          </p:nvPr>
        </p:nvSpPr>
        <p:spPr>
          <a:xfrm>
            <a:off x="0" y="0"/>
            <a:ext cx="9144000" cy="685800"/>
          </a:xfrm>
          <a:prstGeom prst="rect">
            <a:avLst/>
          </a:prstGeom>
        </p:spPr>
        <p:txBody>
          <a:bodyPr anchorCtr="0" anchor="ctr" bIns="91425" lIns="274300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Legal Notices</a:t>
            </a:r>
            <a:endParaRPr/>
          </a:p>
        </p:txBody>
      </p:sp>
      <p:sp>
        <p:nvSpPr>
          <p:cNvPr id="504" name="Google Shape;504;p75"/>
          <p:cNvSpPr txBox="1"/>
          <p:nvPr>
            <p:ph idx="12" type="sldNum"/>
          </p:nvPr>
        </p:nvSpPr>
        <p:spPr>
          <a:xfrm>
            <a:off x="7315202" y="4416550"/>
            <a:ext cx="1828800" cy="7314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>
                <a:solidFill>
                  <a:schemeClr val="dk1"/>
                </a:solidFill>
              </a:rPr>
              <a:t>‹#›</a:t>
            </a:fld>
            <a:endParaRPr>
              <a:solidFill>
                <a:schemeClr val="dk1"/>
              </a:solidFill>
            </a:endParaRPr>
          </a:p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en" sz="900" u="sng">
                <a:solidFill>
                  <a:schemeClr val="hlink"/>
                </a:solidFill>
                <a:hlinkClick r:id="rId3"/>
              </a:rPr>
              <a:t>https://oss.cs.fau.de</a:t>
            </a:r>
            <a:r>
              <a:rPr b="0" lang="en" sz="900"/>
              <a:t> </a:t>
            </a:r>
            <a:endParaRPr b="0" sz="900"/>
          </a:p>
        </p:txBody>
      </p:sp>
      <p:sp>
        <p:nvSpPr>
          <p:cNvPr id="505" name="Google Shape;505;p75"/>
          <p:cNvSpPr txBox="1"/>
          <p:nvPr>
            <p:ph idx="1" type="body"/>
          </p:nvPr>
        </p:nvSpPr>
        <p:spPr>
          <a:xfrm>
            <a:off x="274320" y="914400"/>
            <a:ext cx="8595300" cy="41148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License</a:t>
            </a:r>
            <a:endParaRPr/>
          </a:p>
          <a:p>
            <a:pPr indent="-342900" lvl="0" marL="457200" rtl="0" algn="l">
              <a:spcBef>
                <a:spcPts val="12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Licensed under the </a:t>
            </a:r>
            <a:r>
              <a:rPr lang="en" u="sng">
                <a:solidFill>
                  <a:schemeClr val="hlink"/>
                </a:solidFill>
                <a:hlinkClick r:id="rId4"/>
              </a:rPr>
              <a:t>CC BY 4.0 International</a:t>
            </a:r>
            <a:r>
              <a:rPr lang="en"/>
              <a:t> license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lang="en"/>
              <a:t>Copyright</a:t>
            </a:r>
            <a:endParaRPr/>
          </a:p>
          <a:p>
            <a:pPr indent="-342900" lvl="0" marL="457200" rtl="0" algn="l">
              <a:spcBef>
                <a:spcPts val="12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© Copyright 2009-2026 Dirk Riehle, some rights reserved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120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POSS Slides Template">
  <a:themeElements>
    <a:clrScheme name="Simple Light">
      <a:dk1>
        <a:srgbClr val="000000"/>
      </a:dk1>
      <a:lt1>
        <a:srgbClr val="FFFFFF"/>
      </a:lt1>
      <a:dk2>
        <a:srgbClr val="404040"/>
      </a:dk2>
      <a:lt2>
        <a:srgbClr val="808080"/>
      </a:lt2>
      <a:accent1>
        <a:srgbClr val="D0D0D0"/>
      </a:accent1>
      <a:accent2>
        <a:srgbClr val="4169E1"/>
      </a:accent2>
      <a:accent3>
        <a:srgbClr val="4CAF50"/>
      </a:accent3>
      <a:accent4>
        <a:srgbClr val="FEB612"/>
      </a:accent4>
      <a:accent5>
        <a:srgbClr val="F36838"/>
      </a:accent5>
      <a:accent6>
        <a:srgbClr val="8E44AD"/>
      </a:accent6>
      <a:hlink>
        <a:srgbClr val="1E90FF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3.xml><?xml version="1.0" encoding="utf-8"?>
<a:theme xmlns:a="http://schemas.openxmlformats.org/drawingml/2006/main" xmlns:r="http://schemas.openxmlformats.org/officeDocument/2006/relationships" name="AMOS Slides Template">
  <a:themeElements>
    <a:clrScheme name="Simple Light">
      <a:dk1>
        <a:srgbClr val="000000"/>
      </a:dk1>
      <a:lt1>
        <a:srgbClr val="FFFFFF"/>
      </a:lt1>
      <a:dk2>
        <a:srgbClr val="404040"/>
      </a:dk2>
      <a:lt2>
        <a:srgbClr val="808080"/>
      </a:lt2>
      <a:accent1>
        <a:srgbClr val="D0D0D0"/>
      </a:accent1>
      <a:accent2>
        <a:srgbClr val="4169E1"/>
      </a:accent2>
      <a:accent3>
        <a:srgbClr val="4CAF50"/>
      </a:accent3>
      <a:accent4>
        <a:srgbClr val="FEB612"/>
      </a:accent4>
      <a:accent5>
        <a:srgbClr val="F36838"/>
      </a:accent5>
      <a:accent6>
        <a:srgbClr val="8E44AD"/>
      </a:accent6>
      <a:hlink>
        <a:srgbClr val="1E90FF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