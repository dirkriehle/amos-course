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4416F8-5E6F-4B6E-B336-B91BB6D304FC}">
  <a:tblStyle styleId="{CF4416F8-5E6F-4B6E-B336-B91BB6D304F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4F1B9E1-C823-4F05-A78B-E6476E40316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d8d5558b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d8d5558b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2d6ca75d5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2d6ca75d5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4cbec39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4cbec39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397aca6fd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397aca6fd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5365535e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5365535e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5365535e7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5365535e7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ec7d76be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3ec7d76be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397aca6fd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397aca6fd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365535e7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365535e7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5365535e7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5365535e7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06af0edc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06af0ed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5365535e7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5365535e7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e4fd58693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e4fd58693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397aca6fd1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397aca6fd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5365535e7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5365535e7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397aca6fd1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397aca6fd1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397aca6fd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397aca6fd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397aca6fd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397aca6fd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397aca6fd1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397aca6fd1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397aca6fd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397aca6fd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397aca6fd1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397aca6fd1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397aca6fd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397aca6fd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397aca6fd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397aca6fd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397aca6fd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397aca6fd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397aca6fd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397aca6fd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e4fd5869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e4fd5869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e4fd58693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e4fd58693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54" name="Google Shape;54;p9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55" name="Google Shape;55;p9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9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60" name="Google Shape;60;p10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61" name="Google Shape;61;p10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0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0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68" name="Google Shape;68;p11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69" name="Google Shape;69;p11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1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1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77" name="Google Shape;77;p12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78" name="Google Shape;78;p12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84" name="Google Shape;84;p13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85" name="Google Shape;85;p1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hyperlink" Target="https://uni1.de/amos" TargetMode="Externa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https://uni1.de/amos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forms.gle/D1hgbBYgRkbELZY86" TargetMode="External"/><Relationship Id="rId4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s.cs.fau.d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ss.cs.fau.d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ss.cs.fau.d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s.cs.fau.d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ss.cs.fau.d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ss.cs.fau.d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ss.cs.fau.d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youtube.com/watch?v=0Rzs7M0Vxoo" TargetMode="External"/><Relationship Id="rId4" Type="http://schemas.openxmlformats.org/officeDocument/2006/relationships/hyperlink" Target="https://oss.cs.fau.d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ss.cs.fau.d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ss.cs.fau.d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ss.cs.fau.d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ss.cs.fau.d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ss.cs.fau.d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ss.cs.fau.d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Day Preparation</a:t>
            </a:r>
            <a:endParaRPr/>
          </a:p>
        </p:txBody>
      </p:sp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AMOS C01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Demo day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Demo day slide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Demo day posters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Demo day video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Final release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Final documentation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Final planning documents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Final release tag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After-work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Project report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Project retrospective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AMOS Course Feedback</a:t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take the following two questions survey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https://forms.gle/D1hgbBYgRkbELZY86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next generation of students says thank you!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Demo Day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AMOS Demo Day</a:t>
            </a:r>
            <a:endParaRPr/>
          </a:p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demo day is the final day of the course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demo day is organized as a fair (“Messe”)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Student teams show the results of their project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Audience are industry partners and fellow students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Day Process</a:t>
            </a:r>
            <a:endParaRPr/>
          </a:p>
        </p:txBody>
      </p:sp>
      <p:sp>
        <p:nvSpPr>
          <p:cNvPr id="126" name="Google Shape;126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Opening (20 min.)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introduction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slide, 1 min. introduction by each team (one speaker)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Demos (duration depends on number of projects)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the introduction, we split up into the different projects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demo room (online) for each project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least one person from each project needs to be ready to demo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 day participants (including students without booth duty) roam around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Closing (5 min.)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come together in the main room to say goodbye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Typical Demo Day Schedule</a:t>
            </a:r>
            <a:endParaRPr/>
          </a:p>
        </p:txBody>
      </p:sp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graphicFrame>
        <p:nvGraphicFramePr>
          <p:cNvPr id="134" name="Google Shape;134;p21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{CF4416F8-5E6F-4B6E-B336-B91BB6D304FC}</a:tableStyleId>
              </a:tblPr>
              <a:tblGrid>
                <a:gridCol w="1432550"/>
                <a:gridCol w="1432550"/>
                <a:gridCol w="1432550"/>
                <a:gridCol w="2148825"/>
                <a:gridCol w="2148825"/>
              </a:tblGrid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Time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Duration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Responsible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Title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Room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10:15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 min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Riehle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Introduction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 room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10:25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 min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slide summary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 room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10:35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 min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 rooms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10:55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 min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 rooms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11:15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 min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 rooms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11:35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r>
                        <a:rPr lang="en"/>
                        <a:t> min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Riehle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Conclusions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 room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One-Time Deliverable: Demo Day Slide</a:t>
            </a:r>
            <a:endParaRPr/>
          </a:p>
        </p:txBody>
      </p:sp>
      <p:sp>
        <p:nvSpPr>
          <p:cNvPr id="140" name="Google Shape;140;p2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Please create </a:t>
            </a:r>
            <a:r>
              <a:rPr b="1" lang="en">
                <a:solidFill>
                  <a:schemeClr val="accent6"/>
                </a:solidFill>
              </a:rPr>
              <a:t>one</a:t>
            </a:r>
            <a:r>
              <a:rPr lang="en"/>
              <a:t> 16x9 slide to show during the demo day opening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create Zoom breakout rooms for each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will demo your work in your breakout room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Demo your project using your laptop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your demo using a slide deck; should contain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slide on product management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slide on software development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team photo slide (can be screenshot)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the demo day video ready as a backup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Demo Room</a:t>
            </a:r>
            <a:endParaRPr/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of Corporate Identities</a:t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use your university logo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Please use your team logo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Please use your industry partner logo, but ask first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of a Demo Day Session (of Several)</a:t>
            </a:r>
            <a:endParaRPr/>
          </a:p>
        </p:txBody>
      </p:sp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graphicFrame>
        <p:nvGraphicFramePr>
          <p:cNvPr id="162" name="Google Shape;162;p25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{04F1B9E1-C823-4F05-A78B-E6476E40316B}</a:tableStyleId>
              </a:tblPr>
              <a:tblGrid>
                <a:gridCol w="1315250"/>
                <a:gridCol w="7280100"/>
              </a:tblGrid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What happens / to do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0min.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 r</a:t>
                      </a:r>
                      <a:r>
                        <a:rPr lang="en"/>
                        <a:t>oom opens, participants stream 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1min.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 starts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10min.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 finishes, discussion starts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19min.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 second countdown to room closing starts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20min.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Room closes, everyone is pulled back into the main room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Preparation</a:t>
            </a:r>
            <a:endParaRPr/>
          </a:p>
        </p:txBody>
      </p:sp>
      <p:sp>
        <p:nvSpPr>
          <p:cNvPr id="168" name="Google Shape;168;p2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a clean user </a:t>
            </a:r>
            <a:r>
              <a:rPr lang="en"/>
              <a:t>interface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Review for spelling mistakes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a story to tell, for example,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day in the life of 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workflow example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domain terms and examples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user interface (labels, titles)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stories you tell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the demo data reentrant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will </a:t>
            </a:r>
            <a:r>
              <a:rPr lang="en"/>
              <a:t>have</a:t>
            </a:r>
            <a:r>
              <a:rPr lang="en"/>
              <a:t> to start over repeatedly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want to start at the same point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6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Don’ts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“test1” or “user2” as labels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follow the advice on the left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First! Slides… Fifth? Nineteenth?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6"/>
                </a:solidFill>
              </a:rPr>
              <a:t>Demo your software! That’s what it is about</a:t>
            </a:r>
            <a:endParaRPr b="1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good approach is to demo a main feature or use case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only then explain it using slides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 then demo another </a:t>
            </a:r>
            <a:r>
              <a:rPr lang="en"/>
              <a:t>feature</a:t>
            </a:r>
            <a:r>
              <a:rPr lang="en"/>
              <a:t> or use case that adds to the previous one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then explain it using slides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 finally demo a third feature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which you will open the discussion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Don’t be afraid of open time for questions</a:t>
            </a:r>
            <a:endParaRPr/>
          </a:p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One-Time Deliverable: Demo Video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create a 3 min. video demoing your work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b="1" lang="en">
                <a:solidFill>
                  <a:schemeClr val="accent6"/>
                </a:solidFill>
              </a:rPr>
              <a:t>You should show running software, not just talk about it!</a:t>
            </a:r>
            <a:endParaRPr b="1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demo video will be your demo backup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Will also be posted on our blog and on LinkedIn</a:t>
            </a:r>
            <a:endParaRPr/>
          </a:p>
        </p:txBody>
      </p:sp>
      <p:sp>
        <p:nvSpPr>
          <p:cNvPr id="184" name="Google Shape;184;p2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Execution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two people ready to demo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Narrator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Explains what is going on (talks to people)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Demonstrator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Shows the software in line with story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of a </a:t>
            </a:r>
            <a:r>
              <a:rPr lang="en" u="sng">
                <a:solidFill>
                  <a:schemeClr val="hlink"/>
                </a:solidFill>
                <a:hlinkClick r:id="rId3"/>
              </a:rPr>
              <a:t>great technical (CLI) demo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Final Release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One-Time Deliverable: Final </a:t>
            </a:r>
            <a:r>
              <a:rPr lang="en"/>
              <a:t>Documentation</a:t>
            </a:r>
            <a:endParaRPr/>
          </a:p>
        </p:txBody>
      </p:sp>
      <p:sp>
        <p:nvSpPr>
          <p:cNvPr id="202" name="Google Shape;202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Please clean-up and finalize your documentation</a:t>
            </a:r>
            <a:endParaRPr/>
          </a:p>
        </p:txBody>
      </p:sp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One-Time Deliverable: Final Planning Documents</a:t>
            </a:r>
            <a:endParaRPr/>
          </a:p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Please clean up your planning documents, in particular the final release plan</a:t>
            </a:r>
            <a:endParaRPr/>
          </a:p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One-Time Deliverable: Final Release Tag</a:t>
            </a:r>
            <a:endParaRPr/>
          </a:p>
        </p:txBody>
      </p:sp>
      <p:sp>
        <p:nvSpPr>
          <p:cNvPr id="216" name="Google Shape;216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Please clean up your code base, in particular set the final-release tag</a:t>
            </a:r>
            <a:endParaRPr/>
          </a:p>
        </p:txBody>
      </p:sp>
      <p:sp>
        <p:nvSpPr>
          <p:cNvPr id="217" name="Google Shape;217;p3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After-work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One-Time Deliverable: Project Report</a:t>
            </a:r>
            <a:endParaRPr/>
          </a:p>
        </p:txBody>
      </p:sp>
      <p:sp>
        <p:nvSpPr>
          <p:cNvPr id="228" name="Google Shape;228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create a project report using our template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report will be posted on our blog and on LinkedIn (together with your video)</a:t>
            </a:r>
            <a:endParaRPr/>
          </a:p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One-Time Deliverable: Project Retrospective</a:t>
            </a:r>
            <a:endParaRPr/>
          </a:p>
        </p:txBody>
      </p:sp>
      <p:sp>
        <p:nvSpPr>
          <p:cNvPr id="235" name="Google Shape;235;p3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Please perform a project retrospective (guided by your Scrum Master)</a:t>
            </a:r>
            <a:endParaRPr/>
          </a:p>
        </p:txBody>
      </p:sp>
      <p:sp>
        <p:nvSpPr>
          <p:cNvPr id="236" name="Google Shape;236;p3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42" name="Google Shape;242;p3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Demo day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Demo day slide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Demo day posters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Demo day video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Final release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Final documentation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Final planning documents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Final release tag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After-work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Project report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Project retrospective</a:t>
            </a:r>
            <a:endParaRPr/>
          </a:p>
        </p:txBody>
      </p:sp>
      <p:sp>
        <p:nvSpPr>
          <p:cNvPr id="243" name="Google Shape;243;p3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249" name="Google Shape;249;p3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255" name="Google Shape;255;p3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256" name="Google Shape;256;p3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Copyright 2009-2026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Posters 1 / 2</a:t>
            </a:r>
            <a:endParaRPr/>
          </a:p>
        </p:txBody>
      </p:sp>
      <p:sp>
        <p:nvSpPr>
          <p:cNvPr id="262" name="Google Shape;262;p4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263" name="Google Shape;26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2907791" cy="411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4" name="Google Shape;264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4720" y="914400"/>
            <a:ext cx="2907792" cy="411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Posters 2 / 2</a:t>
            </a:r>
            <a:endParaRPr/>
          </a:p>
        </p:txBody>
      </p:sp>
      <p:sp>
        <p:nvSpPr>
          <p:cNvPr id="270" name="Google Shape;270;p4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271" name="Google Shape;27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2903908" cy="411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2" name="Google Shape;27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4720" y="914400"/>
            <a:ext cx="2903908" cy="411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MO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