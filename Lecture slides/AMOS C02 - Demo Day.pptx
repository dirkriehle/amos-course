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196B3A-59D1-4A3B-8CD4-70E5C263C480}">
  <a:tblStyle styleId="{21196B3A-59D1-4A3B-8CD4-70E5C263C4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schemas.openxmlformats.org/officeDocument/2006/relationships/slide" Target="slides/slide17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d8fb616c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d8fb616c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9bad1e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f9bad1e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ec7d76be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3ec7d76be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ec7d76be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3ec7d76be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ec7d76be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3ec7d76be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4b992219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4b992219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3ec7d76be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3ec7d76be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ec7d76be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3ec7d76be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6f968f16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6f968f16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8fece4d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8fece4d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362a49af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362a49af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362a49af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362a49af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362a49af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362a49af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a0f17a4b4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a0f17a4b4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3ec7d76be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3ec7d76be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39864ff1d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39864ff1d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39864ff1d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39864ff1d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54" name="Google Shape;54;p9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55" name="Google Shape;55;p9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9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60" name="Google Shape;60;p10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61" name="Google Shape;61;p10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0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0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68" name="Google Shape;68;p11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69" name="Google Shape;69;p11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77" name="Google Shape;77;p12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78" name="Google Shape;78;p12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84" name="Google Shape;84;p13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hyperlink" Target="https://uni1.de/amos" TargetMode="Externa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https://uni1.de/amos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hyperlink" Target="https://oss.cs.fau.d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uni1.de/amos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uni1.de/amo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AMOS Demo Day!</a:t>
            </a:r>
            <a:endParaRPr/>
          </a:p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AMOS C02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Professorship of Open Source Software</a:t>
            </a:r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527" l="0" r="0" t="0"/>
          <a:stretch/>
        </p:blipFill>
        <p:spPr>
          <a:xfrm>
            <a:off x="274320" y="914400"/>
            <a:ext cx="859536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3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 Partners</a:t>
            </a:r>
            <a:endParaRPr/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" y="914400"/>
            <a:ext cx="8595361" cy="354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Participating Universities</a:t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376" y="1445474"/>
            <a:ext cx="2561700" cy="10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9862" y="1357078"/>
            <a:ext cx="2274162" cy="12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6745" y="2993525"/>
            <a:ext cx="4033530" cy="10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6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AMOS Scrum Team</a:t>
            </a:r>
            <a:endParaRPr/>
          </a:p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Coaching and Support</a:t>
            </a: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" y="914400"/>
            <a:ext cx="3595230" cy="269321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6395" y="914400"/>
            <a:ext cx="4883285" cy="2693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5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Day Schedule</a:t>
            </a:r>
            <a:endParaRPr/>
          </a:p>
        </p:txBody>
      </p:sp>
      <p:graphicFrame>
        <p:nvGraphicFramePr>
          <p:cNvPr id="143" name="Google Shape;143;p22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{21196B3A-59D1-4A3B-8CD4-70E5C263C480}</a:tableStyleId>
              </a:tblPr>
              <a:tblGrid>
                <a:gridCol w="1432550"/>
                <a:gridCol w="1432550"/>
                <a:gridCol w="1432550"/>
                <a:gridCol w="2148825"/>
                <a:gridCol w="2148825"/>
              </a:tblGrid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Time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Duration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Responsible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Title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Room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10:15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Riehle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Introduction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 room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10:25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slide summary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 room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10:35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 rooms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10:55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 rooms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11:15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 rooms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11:35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r>
                        <a:rPr lang="en"/>
                        <a:t>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Riehle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Conclusions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 </a:t>
                      </a:r>
                      <a:r>
                        <a:rPr lang="en"/>
                        <a:t>room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Semester’s Projects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Zero Downtime Linux Updates with Weber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Automated Thematic Analysis with N.I.M.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AIlixir Intelligence with Zink (startup)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TaskOrbit Conversational Agent with Meisterwerk</a:t>
            </a:r>
            <a:endParaRPr/>
          </a:p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1</a:t>
            </a:r>
            <a:endParaRPr/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3</a:t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7"/>
            <a:ext cx="9144003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</a:t>
            </a:r>
            <a:endParaRPr/>
          </a:p>
        </p:txBody>
      </p:sp>
      <p:pic>
        <p:nvPicPr>
          <p:cNvPr id="175" name="Google Shape;17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Let’s go see the demos!</a:t>
            </a:r>
            <a:endParaRPr sz="4200"/>
          </a:p>
        </p:txBody>
      </p:sp>
      <p:sp>
        <p:nvSpPr>
          <p:cNvPr id="181" name="Google Shape;181;p28"/>
          <p:cNvSpPr txBox="1"/>
          <p:nvPr>
            <p:ph idx="4294967295" type="subTitle"/>
          </p:nvPr>
        </p:nvSpPr>
        <p:spPr>
          <a:xfrm>
            <a:off x="0" y="2479200"/>
            <a:ext cx="9144000" cy="2661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/>
              <a:t>Please join a breakout session [1]</a:t>
            </a:r>
            <a:endParaRPr sz="3200"/>
          </a:p>
        </p:txBody>
      </p:sp>
      <p:sp>
        <p:nvSpPr>
          <p:cNvPr id="182" name="Google Shape;182;p28"/>
          <p:cNvSpPr txBox="1"/>
          <p:nvPr/>
        </p:nvSpPr>
        <p:spPr>
          <a:xfrm>
            <a:off x="0" y="4233675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If you don’t see a choice window, please look to Breakout rooms in the menu bar or under More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20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193" name="Google Shape;193;p30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Copyright 2009-2026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MO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